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9" r:id="rId1"/>
  </p:sldMasterIdLst>
  <p:notesMasterIdLst>
    <p:notesMasterId r:id="rId21"/>
  </p:notesMasterIdLst>
  <p:sldIdLst>
    <p:sldId id="256" r:id="rId2"/>
    <p:sldId id="357" r:id="rId3"/>
    <p:sldId id="358" r:id="rId4"/>
    <p:sldId id="364" r:id="rId5"/>
    <p:sldId id="453" r:id="rId6"/>
    <p:sldId id="464" r:id="rId7"/>
    <p:sldId id="465" r:id="rId8"/>
    <p:sldId id="466" r:id="rId9"/>
    <p:sldId id="467" r:id="rId10"/>
    <p:sldId id="468" r:id="rId11"/>
    <p:sldId id="469" r:id="rId12"/>
    <p:sldId id="470" r:id="rId13"/>
    <p:sldId id="471" r:id="rId14"/>
    <p:sldId id="440" r:id="rId15"/>
    <p:sldId id="489" r:id="rId16"/>
    <p:sldId id="488" r:id="rId17"/>
    <p:sldId id="389" r:id="rId18"/>
    <p:sldId id="439" r:id="rId19"/>
    <p:sldId id="280" r:id="rId20"/>
  </p:sldIdLst>
  <p:sldSz cx="9144000" cy="5143500" type="screen16x9"/>
  <p:notesSz cx="6858000" cy="9144000"/>
  <p:embeddedFontLst>
    <p:embeddedFont>
      <p:font typeface="Advent Pro Light" panose="020B0604020202020204" charset="0"/>
      <p:regular r:id="rId22"/>
      <p:bold r:id="rId23"/>
    </p:embeddedFont>
    <p:embeddedFont>
      <p:font typeface="Anton" pitchFamily="2" charset="0"/>
      <p:regular r:id="rId24"/>
    </p:embeddedFont>
    <p:embeddedFont>
      <p:font typeface="Cambria Math" panose="02040503050406030204" pitchFamily="18" charset="0"/>
      <p:regular r:id="rId25"/>
    </p:embeddedFont>
    <p:embeddedFont>
      <p:font typeface="Fira Sans Condensed Light" panose="020B0403050000020004" pitchFamily="34" charset="0"/>
      <p:regular r:id="rId26"/>
      <p:bold r:id="rId27"/>
      <p:italic r:id="rId28"/>
      <p:boldItalic r:id="rId29"/>
    </p:embeddedFont>
    <p:embeddedFont>
      <p:font typeface="Rajdhani" panose="020B0604020202020204" charset="0"/>
      <p:regular r:id="rId30"/>
      <p:bold r:id="rId3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AFEE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5E397FE-706D-4E7D-AA01-638484C1D090}">
  <a:tblStyle styleId="{95E397FE-706D-4E7D-AA01-638484C1D09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909" autoAdjust="0"/>
  </p:normalViewPr>
  <p:slideViewPr>
    <p:cSldViewPr snapToGrid="0">
      <p:cViewPr varScale="1">
        <p:scale>
          <a:sx n="82" d="100"/>
          <a:sy n="82" d="100"/>
        </p:scale>
        <p:origin x="105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5.fntdata"/><Relationship Id="rId3" Type="http://schemas.openxmlformats.org/officeDocument/2006/relationships/slide" Target="slides/slide2.xml"/><Relationship Id="rId21" Type="http://schemas.openxmlformats.org/officeDocument/2006/relationships/notesMaster" Target="notesMasters/notesMaster1.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4.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3.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2.fntdata"/><Relationship Id="rId28"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1.fntdata"/><Relationship Id="rId27" Type="http://schemas.openxmlformats.org/officeDocument/2006/relationships/font" Target="fonts/font6.fntdata"/><Relationship Id="rId30" Type="http://schemas.openxmlformats.org/officeDocument/2006/relationships/font" Target="fonts/font9.fntdata"/><Relationship Id="rId35" Type="http://schemas.openxmlformats.org/officeDocument/2006/relationships/tableStyles" Target="tableStyle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4145753936"/>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708a6ee8a1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 name="Google Shape;100;g708a6ee8a1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100752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708a6ee8a1_0_3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708a6ee8a1_0_3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047294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1906656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7064368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20439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988756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9409940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8742174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565784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902669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387731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5997558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708a6ee8a1_0_4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2" name="Google Shape;172;g708a6ee8a1_0_4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34520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57970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65abef0139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65abef0139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54791563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95281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5"/>
        <p:cNvGrpSpPr/>
        <p:nvPr/>
      </p:nvGrpSpPr>
      <p:grpSpPr>
        <a:xfrm>
          <a:off x="0" y="0"/>
          <a:ext cx="0" cy="0"/>
          <a:chOff x="0" y="0"/>
          <a:chExt cx="0" cy="0"/>
        </a:xfrm>
      </p:grpSpPr>
      <p:sp>
        <p:nvSpPr>
          <p:cNvPr id="696" name="Google Shape;696;g65abef0139_0_8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7" name="Google Shape;697;g65abef0139_0_8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7692102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5"/>
        <p:cNvGrpSpPr/>
        <p:nvPr/>
      </p:nvGrpSpPr>
      <p:grpSpPr>
        <a:xfrm>
          <a:off x="0" y="0"/>
          <a:ext cx="0" cy="0"/>
          <a:chOff x="0" y="0"/>
          <a:chExt cx="0" cy="0"/>
        </a:xfrm>
      </p:grpSpPr>
      <p:sp>
        <p:nvSpPr>
          <p:cNvPr id="1796" name="Google Shape;1796;g7098bb5640_0_1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7" name="Google Shape;1797;g7098bb5640_0_1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3581249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blipFill>
          <a:blip r:embed="rId2">
            <a:alphaModFix/>
          </a:blip>
          <a:stretch>
            <a:fillRect/>
          </a:stretch>
        </a:blipFill>
        <a:effectLst/>
      </p:bgPr>
    </p:bg>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720000" y="1139150"/>
            <a:ext cx="4404000" cy="25905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7200">
                <a:solidFill>
                  <a:srgbClr val="F3F3F3"/>
                </a:solidFill>
                <a:latin typeface="Anton"/>
                <a:ea typeface="Anton"/>
                <a:cs typeface="Anton"/>
                <a:sym typeface="Anton"/>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720000" y="3585075"/>
            <a:ext cx="3384900" cy="4344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400">
                <a:solidFill>
                  <a:srgbClr val="F3F3F3"/>
                </a:solidFill>
                <a:latin typeface="Advent Pro Light"/>
                <a:ea typeface="Advent Pro Light"/>
                <a:cs typeface="Advent Pro Light"/>
                <a:sym typeface="Advent Pro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bg>
      <p:bgPr>
        <a:blipFill>
          <a:blip r:embed="rId2">
            <a:alphaModFix/>
          </a:blip>
          <a:stretch>
            <a:fillRect/>
          </a:stretch>
        </a:blipFill>
        <a:effectLst/>
      </p:bgPr>
    </p:bg>
    <p:spTree>
      <p:nvGrpSpPr>
        <p:cNvPr id="1" name="Shape 13"/>
        <p:cNvGrpSpPr/>
        <p:nvPr/>
      </p:nvGrpSpPr>
      <p:grpSpPr>
        <a:xfrm>
          <a:off x="0" y="0"/>
          <a:ext cx="0" cy="0"/>
          <a:chOff x="0" y="0"/>
          <a:chExt cx="0" cy="0"/>
        </a:xfrm>
      </p:grpSpPr>
      <p:sp>
        <p:nvSpPr>
          <p:cNvPr id="14" name="Google Shape;14;p4"/>
          <p:cNvSpPr txBox="1">
            <a:spLocks noGrp="1"/>
          </p:cNvSpPr>
          <p:nvPr>
            <p:ph type="body" idx="1"/>
          </p:nvPr>
        </p:nvSpPr>
        <p:spPr>
          <a:xfrm>
            <a:off x="720000" y="1152475"/>
            <a:ext cx="7704000" cy="3416400"/>
          </a:xfrm>
          <a:prstGeom prst="rect">
            <a:avLst/>
          </a:prstGeom>
          <a:solidFill>
            <a:srgbClr val="FFFFFF">
              <a:alpha val="45090"/>
            </a:srgbClr>
          </a:solidFill>
        </p:spPr>
        <p:txBody>
          <a:bodyPr spcFirstLastPara="1" wrap="square" lIns="91425" tIns="91425" rIns="91425" bIns="91425" anchor="t" anchorCtr="0">
            <a:noAutofit/>
          </a:bodyPr>
          <a:lstStyle>
            <a:lvl1pPr marL="457200" lvl="0" indent="-298450">
              <a:lnSpc>
                <a:spcPct val="100000"/>
              </a:lnSpc>
              <a:spcBef>
                <a:spcPts val="0"/>
              </a:spcBef>
              <a:spcAft>
                <a:spcPts val="0"/>
              </a:spcAft>
              <a:buClr>
                <a:srgbClr val="434343"/>
              </a:buClr>
              <a:buSzPts val="1100"/>
              <a:buAutoNum type="arabicPeriod"/>
              <a:defRPr sz="1300">
                <a:solidFill>
                  <a:srgbClr val="F3F3F3"/>
                </a:solidFill>
              </a:defRPr>
            </a:lvl1pPr>
            <a:lvl2pPr marL="914400" lvl="1" indent="-298450">
              <a:spcBef>
                <a:spcPts val="1600"/>
              </a:spcBef>
              <a:spcAft>
                <a:spcPts val="0"/>
              </a:spcAft>
              <a:buClr>
                <a:srgbClr val="000000"/>
              </a:buClr>
              <a:buSzPts val="1100"/>
              <a:buAutoNum type="alphaLcPeriod"/>
              <a:defRPr sz="1200"/>
            </a:lvl2pPr>
            <a:lvl3pPr marL="1371600" lvl="2" indent="-298450">
              <a:spcBef>
                <a:spcPts val="1600"/>
              </a:spcBef>
              <a:spcAft>
                <a:spcPts val="0"/>
              </a:spcAft>
              <a:buClr>
                <a:srgbClr val="000000"/>
              </a:buClr>
              <a:buSzPts val="1100"/>
              <a:buAutoNum type="romanLcPeriod"/>
              <a:defRPr sz="1200"/>
            </a:lvl3pPr>
            <a:lvl4pPr marL="1828800" lvl="3" indent="-298450">
              <a:spcBef>
                <a:spcPts val="1600"/>
              </a:spcBef>
              <a:spcAft>
                <a:spcPts val="0"/>
              </a:spcAft>
              <a:buClr>
                <a:srgbClr val="000000"/>
              </a:buClr>
              <a:buSzPts val="1100"/>
              <a:buAutoNum type="arabicPeriod"/>
              <a:defRPr sz="1200"/>
            </a:lvl4pPr>
            <a:lvl5pPr marL="2286000" lvl="4" indent="-298450">
              <a:spcBef>
                <a:spcPts val="1600"/>
              </a:spcBef>
              <a:spcAft>
                <a:spcPts val="0"/>
              </a:spcAft>
              <a:buClr>
                <a:srgbClr val="000000"/>
              </a:buClr>
              <a:buSzPts val="1100"/>
              <a:buAutoNum type="alphaLcPeriod"/>
              <a:defRPr sz="1200"/>
            </a:lvl5pPr>
            <a:lvl6pPr marL="2743200" lvl="5" indent="-298450">
              <a:spcBef>
                <a:spcPts val="1600"/>
              </a:spcBef>
              <a:spcAft>
                <a:spcPts val="0"/>
              </a:spcAft>
              <a:buClr>
                <a:srgbClr val="000000"/>
              </a:buClr>
              <a:buSzPts val="1100"/>
              <a:buAutoNum type="romanLcPeriod"/>
              <a:defRPr sz="1200"/>
            </a:lvl6pPr>
            <a:lvl7pPr marL="3200400" lvl="6" indent="-298450">
              <a:spcBef>
                <a:spcPts val="1600"/>
              </a:spcBef>
              <a:spcAft>
                <a:spcPts val="0"/>
              </a:spcAft>
              <a:buClr>
                <a:srgbClr val="000000"/>
              </a:buClr>
              <a:buSzPts val="1100"/>
              <a:buAutoNum type="arabicPeriod"/>
              <a:defRPr sz="1200"/>
            </a:lvl7pPr>
            <a:lvl8pPr marL="3657600" lvl="7" indent="-298450">
              <a:spcBef>
                <a:spcPts val="1600"/>
              </a:spcBef>
              <a:spcAft>
                <a:spcPts val="0"/>
              </a:spcAft>
              <a:buClr>
                <a:srgbClr val="000000"/>
              </a:buClr>
              <a:buSzPts val="1100"/>
              <a:buAutoNum type="alphaLcPeriod"/>
              <a:defRPr sz="1200"/>
            </a:lvl8pPr>
            <a:lvl9pPr marL="4114800" lvl="8" indent="-298450">
              <a:spcBef>
                <a:spcPts val="1600"/>
              </a:spcBef>
              <a:spcAft>
                <a:spcPts val="1600"/>
              </a:spcAft>
              <a:buClr>
                <a:srgbClr val="000000"/>
              </a:buClr>
              <a:buSzPts val="1100"/>
              <a:buAutoNum type="romanLcPeriod"/>
              <a:defRPr sz="1200"/>
            </a:lvl9pPr>
          </a:lstStyle>
          <a:p>
            <a:endParaRPr/>
          </a:p>
        </p:txBody>
      </p:sp>
      <p:sp>
        <p:nvSpPr>
          <p:cNvPr id="15" name="Google Shape;15;p4"/>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blipFill>
          <a:blip r:embed="rId2">
            <a:alphaModFix/>
          </a:blip>
          <a:stretch>
            <a:fillRect/>
          </a:stretch>
        </a:blipFill>
        <a:effectLst/>
      </p:bgPr>
    </p:bg>
    <p:spTree>
      <p:nvGrpSpPr>
        <p:cNvPr id="1" name="Shape 26"/>
        <p:cNvGrpSpPr/>
        <p:nvPr/>
      </p:nvGrpSpPr>
      <p:grpSpPr>
        <a:xfrm>
          <a:off x="0" y="0"/>
          <a:ext cx="0" cy="0"/>
          <a:chOff x="0" y="0"/>
          <a:chExt cx="0" cy="0"/>
        </a:xfrm>
      </p:grpSpPr>
      <p:sp>
        <p:nvSpPr>
          <p:cNvPr id="27" name="Google Shape;27;p8"/>
          <p:cNvSpPr txBox="1">
            <a:spLocks noGrp="1"/>
          </p:cNvSpPr>
          <p:nvPr>
            <p:ph type="subTitle" idx="1"/>
          </p:nvPr>
        </p:nvSpPr>
        <p:spPr>
          <a:xfrm>
            <a:off x="2487163" y="1434600"/>
            <a:ext cx="3367800" cy="2274300"/>
          </a:xfrm>
          <a:prstGeom prst="rect">
            <a:avLst/>
          </a:prstGeom>
        </p:spPr>
        <p:txBody>
          <a:bodyPr spcFirstLastPara="1" wrap="square" lIns="91425" tIns="91425" rIns="91425" bIns="91425" anchor="ctr" anchorCtr="0">
            <a:noAutofit/>
          </a:bodyPr>
          <a:lstStyle>
            <a:lvl1pPr lvl="0" algn="r" rtl="0">
              <a:lnSpc>
                <a:spcPct val="100000"/>
              </a:lnSpc>
              <a:spcBef>
                <a:spcPts val="0"/>
              </a:spcBef>
              <a:spcAft>
                <a:spcPts val="0"/>
              </a:spcAft>
              <a:buSzPts val="2800"/>
              <a:buNone/>
              <a:defRPr sz="1400">
                <a:solidFill>
                  <a:srgbClr val="F3F3F3"/>
                </a:solidFill>
              </a:defRPr>
            </a:lvl1pPr>
            <a:lvl2pPr lvl="1" algn="ctr" rtl="0">
              <a:lnSpc>
                <a:spcPct val="100000"/>
              </a:lnSpc>
              <a:spcBef>
                <a:spcPts val="0"/>
              </a:spcBef>
              <a:spcAft>
                <a:spcPts val="0"/>
              </a:spcAft>
              <a:buSzPts val="2800"/>
              <a:buNone/>
              <a:defRPr sz="2800"/>
            </a:lvl2pPr>
            <a:lvl3pPr lvl="2" algn="ctr" rtl="0">
              <a:lnSpc>
                <a:spcPct val="100000"/>
              </a:lnSpc>
              <a:spcBef>
                <a:spcPts val="0"/>
              </a:spcBef>
              <a:spcAft>
                <a:spcPts val="0"/>
              </a:spcAft>
              <a:buSzPts val="2800"/>
              <a:buNone/>
              <a:defRPr sz="2800"/>
            </a:lvl3pPr>
            <a:lvl4pPr lvl="3" algn="ctr" rtl="0">
              <a:lnSpc>
                <a:spcPct val="100000"/>
              </a:lnSpc>
              <a:spcBef>
                <a:spcPts val="0"/>
              </a:spcBef>
              <a:spcAft>
                <a:spcPts val="0"/>
              </a:spcAft>
              <a:buSzPts val="2800"/>
              <a:buNone/>
              <a:defRPr sz="2800"/>
            </a:lvl4pPr>
            <a:lvl5pPr lvl="4" algn="ctr" rtl="0">
              <a:lnSpc>
                <a:spcPct val="100000"/>
              </a:lnSpc>
              <a:spcBef>
                <a:spcPts val="0"/>
              </a:spcBef>
              <a:spcAft>
                <a:spcPts val="0"/>
              </a:spcAft>
              <a:buSzPts val="2800"/>
              <a:buNone/>
              <a:defRPr sz="2800"/>
            </a:lvl5pPr>
            <a:lvl6pPr lvl="5" algn="ctr" rtl="0">
              <a:lnSpc>
                <a:spcPct val="100000"/>
              </a:lnSpc>
              <a:spcBef>
                <a:spcPts val="0"/>
              </a:spcBef>
              <a:spcAft>
                <a:spcPts val="0"/>
              </a:spcAft>
              <a:buSzPts val="2800"/>
              <a:buNone/>
              <a:defRPr sz="2800"/>
            </a:lvl6pPr>
            <a:lvl7pPr lvl="6" algn="ctr" rtl="0">
              <a:lnSpc>
                <a:spcPct val="100000"/>
              </a:lnSpc>
              <a:spcBef>
                <a:spcPts val="0"/>
              </a:spcBef>
              <a:spcAft>
                <a:spcPts val="0"/>
              </a:spcAft>
              <a:buSzPts val="2800"/>
              <a:buNone/>
              <a:defRPr sz="2800"/>
            </a:lvl7pPr>
            <a:lvl8pPr lvl="7" algn="ctr" rtl="0">
              <a:lnSpc>
                <a:spcPct val="100000"/>
              </a:lnSpc>
              <a:spcBef>
                <a:spcPts val="0"/>
              </a:spcBef>
              <a:spcAft>
                <a:spcPts val="0"/>
              </a:spcAft>
              <a:buSzPts val="2800"/>
              <a:buNone/>
              <a:defRPr sz="2800"/>
            </a:lvl8pPr>
            <a:lvl9pPr lvl="8" algn="ctr" rtl="0">
              <a:lnSpc>
                <a:spcPct val="100000"/>
              </a:lnSpc>
              <a:spcBef>
                <a:spcPts val="0"/>
              </a:spcBef>
              <a:spcAft>
                <a:spcPts val="0"/>
              </a:spcAft>
              <a:buSzPts val="2800"/>
              <a:buNone/>
              <a:defRPr sz="2800"/>
            </a:lvl9pPr>
          </a:lstStyle>
          <a:p>
            <a:endParaRPr/>
          </a:p>
        </p:txBody>
      </p:sp>
      <p:sp>
        <p:nvSpPr>
          <p:cNvPr id="28" name="Google Shape;28;p8"/>
          <p:cNvSpPr txBox="1">
            <a:spLocks noGrp="1"/>
          </p:cNvSpPr>
          <p:nvPr>
            <p:ph type="title"/>
          </p:nvPr>
        </p:nvSpPr>
        <p:spPr>
          <a:xfrm>
            <a:off x="6530228" y="1434600"/>
            <a:ext cx="1967100" cy="2274300"/>
          </a:xfrm>
          <a:prstGeom prst="rect">
            <a:avLst/>
          </a:prstGeom>
        </p:spPr>
        <p:txBody>
          <a:bodyPr spcFirstLastPara="1" wrap="square" lIns="91425" tIns="91425" rIns="91425" bIns="91425" anchor="ctr" anchorCtr="0">
            <a:noAutofit/>
          </a:bodyPr>
          <a:lstStyle>
            <a:lvl1pPr lvl="0" rtl="0">
              <a:spcBef>
                <a:spcPts val="0"/>
              </a:spcBef>
              <a:spcAft>
                <a:spcPts val="0"/>
              </a:spcAft>
              <a:buSzPts val="1400"/>
              <a:buNone/>
              <a:defRPr sz="4800">
                <a:solidFill>
                  <a:srgbClr val="F3F3F3"/>
                </a:solidFill>
              </a:defRPr>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40"/>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BLANK_1_1_1_1_1_1_1_1">
    <p:bg>
      <p:bgPr>
        <a:blipFill>
          <a:blip r:embed="rId2">
            <a:alphaModFix/>
          </a:blip>
          <a:stretch>
            <a:fillRect/>
          </a:stretch>
        </a:blipFill>
        <a:effectLst/>
      </p:bgPr>
    </p:bg>
    <p:spTree>
      <p:nvGrpSpPr>
        <p:cNvPr id="1" name="Shape 92"/>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BLANK_1_1_1_1_1_1_1_1_1">
    <p:bg>
      <p:bgPr>
        <a:blipFill>
          <a:blip r:embed="rId2">
            <a:alphaModFix/>
          </a:blip>
          <a:stretch>
            <a:fillRect/>
          </a:stretch>
        </a:blipFill>
        <a:effectLst/>
      </p:bgPr>
    </p:bg>
    <p:spTree>
      <p:nvGrpSpPr>
        <p:cNvPr id="1" name="Shape 93"/>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olo título 1">
  <p:cSld name="Solo título 1">
    <p:bg>
      <p:bgPr>
        <a:blipFill>
          <a:blip r:embed="rId2">
            <a:alphaModFix/>
          </a:blip>
          <a:stretch>
            <a:fillRect/>
          </a:stretch>
        </a:blipFill>
        <a:effectLst/>
      </p:bgPr>
    </p:bg>
    <p:spTree>
      <p:nvGrpSpPr>
        <p:cNvPr id="1" name="Shape 24"/>
        <p:cNvGrpSpPr/>
        <p:nvPr/>
      </p:nvGrpSpPr>
      <p:grpSpPr>
        <a:xfrm>
          <a:off x="0" y="0"/>
          <a:ext cx="0" cy="0"/>
          <a:chOff x="0" y="0"/>
          <a:chExt cx="0" cy="0"/>
        </a:xfrm>
      </p:grpSpPr>
      <p:sp>
        <p:nvSpPr>
          <p:cNvPr id="25" name="Google Shape;25;p7"/>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bg>
      <p:bgPr>
        <a:blipFill>
          <a:blip r:embed="rId2">
            <a:alphaModFix/>
          </a:blip>
          <a:stretch>
            <a:fillRect/>
          </a:stretch>
        </a:blipFill>
        <a:effectLst/>
      </p:bgPr>
    </p:bg>
    <p:spTree>
      <p:nvGrpSpPr>
        <p:cNvPr id="1" name="Shape 31"/>
        <p:cNvGrpSpPr/>
        <p:nvPr/>
      </p:nvGrpSpPr>
      <p:grpSpPr>
        <a:xfrm>
          <a:off x="0" y="0"/>
          <a:ext cx="0" cy="0"/>
          <a:chOff x="0" y="0"/>
          <a:chExt cx="0" cy="0"/>
        </a:xfrm>
      </p:grpSpPr>
      <p:sp>
        <p:nvSpPr>
          <p:cNvPr id="32" name="Google Shape;32;p1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lvl1pPr lvl="0" algn="r">
              <a:spcBef>
                <a:spcPts val="0"/>
              </a:spcBef>
              <a:spcAft>
                <a:spcPts val="0"/>
              </a:spcAft>
              <a:buSzPts val="4200"/>
              <a:buNone/>
              <a:defRPr sz="6000">
                <a:solidFill>
                  <a:srgbClr val="F3F3F3"/>
                </a:solidFill>
              </a:defRPr>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3" name="Google Shape;33;p10"/>
          <p:cNvSpPr txBox="1">
            <a:spLocks noGrp="1"/>
          </p:cNvSpPr>
          <p:nvPr>
            <p:ph type="subTitle" idx="1"/>
          </p:nvPr>
        </p:nvSpPr>
        <p:spPr>
          <a:xfrm>
            <a:off x="4799950" y="1954200"/>
            <a:ext cx="1940100" cy="1235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100"/>
              <a:buNone/>
              <a:defRPr sz="1400">
                <a:solidFill>
                  <a:srgbClr val="F3F3F3"/>
                </a:solidFill>
              </a:defRPr>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4" name="Google Shape;34;p10"/>
          <p:cNvSpPr txBox="1">
            <a:spLocks noGrp="1"/>
          </p:cNvSpPr>
          <p:nvPr>
            <p:ph type="title" idx="2" hasCustomPrompt="1"/>
          </p:nvPr>
        </p:nvSpPr>
        <p:spPr>
          <a:xfrm>
            <a:off x="4849170" y="1001125"/>
            <a:ext cx="2026800" cy="1814700"/>
          </a:xfrm>
          <a:prstGeom prst="rect">
            <a:avLst/>
          </a:prstGeom>
        </p:spPr>
        <p:txBody>
          <a:bodyPr spcFirstLastPara="1" wrap="square" lIns="91425" tIns="91425" rIns="91425" bIns="91425" anchor="t" anchorCtr="0">
            <a:noAutofit/>
          </a:bodyPr>
          <a:lstStyle>
            <a:lvl1pPr lvl="0" rtl="0">
              <a:spcBef>
                <a:spcPts val="0"/>
              </a:spcBef>
              <a:spcAft>
                <a:spcPts val="0"/>
              </a:spcAft>
              <a:buSzPts val="12000"/>
              <a:buNone/>
              <a:defRPr sz="14000">
                <a:solidFill>
                  <a:srgbClr val="F3F3F3"/>
                </a:solidFill>
              </a:defRPr>
            </a:lvl1pPr>
            <a:lvl2pPr lvl="1" algn="ctr" rtl="0">
              <a:spcBef>
                <a:spcPts val="0"/>
              </a:spcBef>
              <a:spcAft>
                <a:spcPts val="0"/>
              </a:spcAft>
              <a:buSzPts val="12000"/>
              <a:buNone/>
              <a:defRPr sz="12000"/>
            </a:lvl2pPr>
            <a:lvl3pPr lvl="2" algn="ctr" rtl="0">
              <a:spcBef>
                <a:spcPts val="0"/>
              </a:spcBef>
              <a:spcAft>
                <a:spcPts val="0"/>
              </a:spcAft>
              <a:buSzPts val="12000"/>
              <a:buNone/>
              <a:defRPr sz="12000"/>
            </a:lvl3pPr>
            <a:lvl4pPr lvl="3" algn="ctr" rtl="0">
              <a:spcBef>
                <a:spcPts val="0"/>
              </a:spcBef>
              <a:spcAft>
                <a:spcPts val="0"/>
              </a:spcAft>
              <a:buSzPts val="12000"/>
              <a:buNone/>
              <a:defRPr sz="12000"/>
            </a:lvl4pPr>
            <a:lvl5pPr lvl="4" algn="ctr" rtl="0">
              <a:spcBef>
                <a:spcPts val="0"/>
              </a:spcBef>
              <a:spcAft>
                <a:spcPts val="0"/>
              </a:spcAft>
              <a:buSzPts val="12000"/>
              <a:buNone/>
              <a:defRPr sz="12000"/>
            </a:lvl5pPr>
            <a:lvl6pPr lvl="5" algn="ctr" rtl="0">
              <a:spcBef>
                <a:spcPts val="0"/>
              </a:spcBef>
              <a:spcAft>
                <a:spcPts val="0"/>
              </a:spcAft>
              <a:buSzPts val="12000"/>
              <a:buNone/>
              <a:defRPr sz="12000"/>
            </a:lvl6pPr>
            <a:lvl7pPr lvl="6" algn="ctr" rtl="0">
              <a:spcBef>
                <a:spcPts val="0"/>
              </a:spcBef>
              <a:spcAft>
                <a:spcPts val="0"/>
              </a:spcAft>
              <a:buSzPts val="12000"/>
              <a:buNone/>
              <a:defRPr sz="12000"/>
            </a:lvl7pPr>
            <a:lvl8pPr lvl="7" algn="ctr" rtl="0">
              <a:spcBef>
                <a:spcPts val="0"/>
              </a:spcBef>
              <a:spcAft>
                <a:spcPts val="0"/>
              </a:spcAft>
              <a:buSzPts val="12000"/>
              <a:buNone/>
              <a:defRPr sz="12000"/>
            </a:lvl8pPr>
            <a:lvl9pPr lvl="8" algn="ctr" rtl="0">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bg>
      <p:bgPr>
        <a:blipFill>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6"/>
          <p:cNvSpPr txBox="1">
            <a:spLocks noGrp="1"/>
          </p:cNvSpPr>
          <p:nvPr>
            <p:ph type="title"/>
          </p:nvPr>
        </p:nvSpPr>
        <p:spPr>
          <a:xfrm>
            <a:off x="720100" y="5098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Clr>
                <a:srgbClr val="F3F3F3"/>
              </a:buClr>
              <a:buSzPts val="3000"/>
              <a:buNone/>
              <a:defRPr sz="3000">
                <a:solidFill>
                  <a:srgbClr val="F3F3F3"/>
                </a:solidFill>
              </a:defRPr>
            </a:lvl1pPr>
            <a:lvl2pPr lvl="1" algn="ctr" rtl="0">
              <a:spcBef>
                <a:spcPts val="0"/>
              </a:spcBef>
              <a:spcAft>
                <a:spcPts val="0"/>
              </a:spcAft>
              <a:buClr>
                <a:srgbClr val="F3F3F3"/>
              </a:buClr>
              <a:buSzPts val="3000"/>
              <a:buNone/>
              <a:defRPr sz="3000">
                <a:solidFill>
                  <a:srgbClr val="F3F3F3"/>
                </a:solidFill>
              </a:defRPr>
            </a:lvl2pPr>
            <a:lvl3pPr lvl="2" algn="ctr" rtl="0">
              <a:spcBef>
                <a:spcPts val="0"/>
              </a:spcBef>
              <a:spcAft>
                <a:spcPts val="0"/>
              </a:spcAft>
              <a:buClr>
                <a:srgbClr val="F3F3F3"/>
              </a:buClr>
              <a:buSzPts val="3000"/>
              <a:buNone/>
              <a:defRPr sz="3000">
                <a:solidFill>
                  <a:srgbClr val="F3F3F3"/>
                </a:solidFill>
              </a:defRPr>
            </a:lvl3pPr>
            <a:lvl4pPr lvl="3" algn="ctr" rtl="0">
              <a:spcBef>
                <a:spcPts val="0"/>
              </a:spcBef>
              <a:spcAft>
                <a:spcPts val="0"/>
              </a:spcAft>
              <a:buClr>
                <a:srgbClr val="F3F3F3"/>
              </a:buClr>
              <a:buSzPts val="3000"/>
              <a:buNone/>
              <a:defRPr sz="3000">
                <a:solidFill>
                  <a:srgbClr val="F3F3F3"/>
                </a:solidFill>
              </a:defRPr>
            </a:lvl4pPr>
            <a:lvl5pPr lvl="4" algn="ctr" rtl="0">
              <a:spcBef>
                <a:spcPts val="0"/>
              </a:spcBef>
              <a:spcAft>
                <a:spcPts val="0"/>
              </a:spcAft>
              <a:buClr>
                <a:srgbClr val="F3F3F3"/>
              </a:buClr>
              <a:buSzPts val="3000"/>
              <a:buNone/>
              <a:defRPr sz="3000">
                <a:solidFill>
                  <a:srgbClr val="F3F3F3"/>
                </a:solidFill>
              </a:defRPr>
            </a:lvl5pPr>
            <a:lvl6pPr lvl="5" algn="ctr" rtl="0">
              <a:spcBef>
                <a:spcPts val="0"/>
              </a:spcBef>
              <a:spcAft>
                <a:spcPts val="0"/>
              </a:spcAft>
              <a:buClr>
                <a:srgbClr val="F3F3F3"/>
              </a:buClr>
              <a:buSzPts val="3000"/>
              <a:buNone/>
              <a:defRPr sz="3000">
                <a:solidFill>
                  <a:srgbClr val="F3F3F3"/>
                </a:solidFill>
              </a:defRPr>
            </a:lvl6pPr>
            <a:lvl7pPr lvl="6" algn="ctr" rtl="0">
              <a:spcBef>
                <a:spcPts val="0"/>
              </a:spcBef>
              <a:spcAft>
                <a:spcPts val="0"/>
              </a:spcAft>
              <a:buClr>
                <a:srgbClr val="F3F3F3"/>
              </a:buClr>
              <a:buSzPts val="3000"/>
              <a:buNone/>
              <a:defRPr sz="3000">
                <a:solidFill>
                  <a:srgbClr val="F3F3F3"/>
                </a:solidFill>
              </a:defRPr>
            </a:lvl7pPr>
            <a:lvl8pPr lvl="7" algn="ctr" rtl="0">
              <a:spcBef>
                <a:spcPts val="0"/>
              </a:spcBef>
              <a:spcAft>
                <a:spcPts val="0"/>
              </a:spcAft>
              <a:buClr>
                <a:srgbClr val="F3F3F3"/>
              </a:buClr>
              <a:buSzPts val="3000"/>
              <a:buNone/>
              <a:defRPr sz="3000">
                <a:solidFill>
                  <a:srgbClr val="F3F3F3"/>
                </a:solidFill>
              </a:defRPr>
            </a:lvl8pPr>
            <a:lvl9pPr lvl="8" algn="ctr" rtl="0">
              <a:spcBef>
                <a:spcPts val="0"/>
              </a:spcBef>
              <a:spcAft>
                <a:spcPts val="0"/>
              </a:spcAft>
              <a:buClr>
                <a:srgbClr val="F3F3F3"/>
              </a:buClr>
              <a:buSzPts val="3000"/>
              <a:buNone/>
              <a:defRPr sz="3000">
                <a:solidFill>
                  <a:srgbClr val="F3F3F3"/>
                </a:solidFill>
              </a:defRPr>
            </a:lvl9pPr>
          </a:lstStyle>
          <a:p>
            <a:endParaRPr/>
          </a:p>
        </p:txBody>
      </p:sp>
    </p:spTree>
    <p:extLst>
      <p:ext uri="{BB962C8B-B14F-4D97-AF65-F5344CB8AC3E}">
        <p14:creationId xmlns:p14="http://schemas.microsoft.com/office/powerpoint/2010/main" val="4174502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0C343D"/>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1pPr>
            <a:lvl2pPr lvl="1">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2pPr>
            <a:lvl3pPr lvl="2">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3pPr>
            <a:lvl4pPr lvl="3">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4pPr>
            <a:lvl5pPr lvl="4">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5pPr>
            <a:lvl6pPr lvl="5">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6pPr>
            <a:lvl7pPr lvl="6">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7pPr>
            <a:lvl8pPr lvl="7">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8pPr>
            <a:lvl9pPr lvl="8">
              <a:spcBef>
                <a:spcPts val="0"/>
              </a:spcBef>
              <a:spcAft>
                <a:spcPts val="0"/>
              </a:spcAft>
              <a:buClr>
                <a:srgbClr val="F3F3F3"/>
              </a:buClr>
              <a:buSzPts val="2800"/>
              <a:buFont typeface="Rajdhani"/>
              <a:buNone/>
              <a:defRPr sz="2800" b="1">
                <a:solidFill>
                  <a:srgbClr val="F3F3F3"/>
                </a:solidFill>
                <a:latin typeface="Rajdhani"/>
                <a:ea typeface="Rajdhani"/>
                <a:cs typeface="Rajdhani"/>
                <a:sym typeface="Rajdhani"/>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a:lnSpc>
                <a:spcPct val="115000"/>
              </a:lnSpc>
              <a:spcBef>
                <a:spcPts val="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1pPr>
            <a:lvl2pPr marL="914400" lvl="1"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2pPr>
            <a:lvl3pPr marL="1371600" lvl="2"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3pPr>
            <a:lvl4pPr marL="1828800" lvl="3"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4pPr>
            <a:lvl5pPr marL="2286000" lvl="4"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5pPr>
            <a:lvl6pPr marL="2743200" lvl="5"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6pPr>
            <a:lvl7pPr marL="3200400" lvl="6"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7pPr>
            <a:lvl8pPr marL="3657600" lvl="7" indent="-304800">
              <a:lnSpc>
                <a:spcPct val="115000"/>
              </a:lnSpc>
              <a:spcBef>
                <a:spcPts val="1600"/>
              </a:spcBef>
              <a:spcAft>
                <a:spcPts val="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8pPr>
            <a:lvl9pPr marL="4114800" lvl="8" indent="-304800">
              <a:lnSpc>
                <a:spcPct val="115000"/>
              </a:lnSpc>
              <a:spcBef>
                <a:spcPts val="1600"/>
              </a:spcBef>
              <a:spcAft>
                <a:spcPts val="1600"/>
              </a:spcAft>
              <a:buClr>
                <a:srgbClr val="F3F3F3"/>
              </a:buClr>
              <a:buSzPts val="1200"/>
              <a:buFont typeface="Fira Sans Condensed Light"/>
              <a:buChar char="■"/>
              <a:defRPr sz="1200">
                <a:solidFill>
                  <a:srgbClr val="F3F3F3"/>
                </a:solidFill>
                <a:latin typeface="Fira Sans Condensed Light"/>
                <a:ea typeface="Fira Sans Condensed Light"/>
                <a:cs typeface="Fira Sans Condensed Light"/>
                <a:sym typeface="Fira Sans Condensed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4" r:id="rId3"/>
    <p:sldLayoutId id="2147483659" r:id="rId4"/>
    <p:sldLayoutId id="2147483666" r:id="rId5"/>
    <p:sldLayoutId id="2147483667" r:id="rId6"/>
    <p:sldLayoutId id="2147483670" r:id="rId7"/>
    <p:sldLayoutId id="2147483671" r:id="rId8"/>
    <p:sldLayoutId id="2147483672"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9.png"/><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image" Target="../media/image28.png"/><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33.png"/><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hyperlink" Target="mailto:Alfredo.garcias@tec.m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7" name="object 14"/>
          <p:cNvSpPr txBox="1"/>
          <p:nvPr/>
        </p:nvSpPr>
        <p:spPr>
          <a:xfrm>
            <a:off x="745436" y="839354"/>
            <a:ext cx="8398564" cy="4299318"/>
          </a:xfrm>
          <a:prstGeom prst="rect">
            <a:avLst/>
          </a:prstGeom>
        </p:spPr>
        <p:txBody>
          <a:bodyPr vert="horz" wrap="square" lIns="0" tIns="13399" rIns="0" bIns="0" rtlCol="0">
            <a:spAutoFit/>
          </a:bodyPr>
          <a:lstStyle/>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chemeClr val="accent4"/>
              </a:solidFill>
              <a:latin typeface="Fira Sans Condensed Light" panose="020B0604020202020204" charset="0"/>
              <a:cs typeface="Times New Roman" panose="02020603050405020304" pitchFamily="18" charset="0"/>
            </a:endParaRPr>
          </a:p>
          <a:p>
            <a:pPr marL="14105" marR="5642" algn="ctr">
              <a:spcBef>
                <a:spcPts val="106"/>
              </a:spcBef>
            </a:pPr>
            <a:br>
              <a:rPr lang="es-MX" dirty="0">
                <a:solidFill>
                  <a:schemeClr val="accent4"/>
                </a:solidFill>
                <a:latin typeface="Fira Sans Condensed Light" panose="020B0604020202020204" charset="0"/>
                <a:cs typeface="Times New Roman" panose="02020603050405020304" pitchFamily="18" charset="0"/>
              </a:rPr>
            </a:br>
            <a:br>
              <a:rPr lang="es-ES" sz="2000" b="1" dirty="0">
                <a:solidFill>
                  <a:srgbClr val="FF0000"/>
                </a:solidFill>
                <a:latin typeface="Fira Sans Condensed Light" panose="020B0604020202020204" charset="0"/>
                <a:cs typeface="Times New Roman" panose="02020603050405020304" pitchFamily="18" charset="0"/>
              </a:rPr>
            </a:b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lgn="ctr">
              <a:spcBef>
                <a:spcPts val="106"/>
              </a:spcBef>
            </a:pPr>
            <a:endParaRPr lang="es-ES" sz="2000" b="1" dirty="0">
              <a:solidFill>
                <a:srgbClr val="FF0000"/>
              </a:solidFill>
              <a:latin typeface="Fira Sans Condensed Light" panose="020B0604020202020204" charset="0"/>
              <a:cs typeface="Times New Roman" panose="02020603050405020304" pitchFamily="18" charset="0"/>
            </a:endParaRPr>
          </a:p>
          <a:p>
            <a:pPr marL="14105" marR="5642">
              <a:spcBef>
                <a:spcPts val="106"/>
              </a:spcBef>
            </a:pPr>
            <a:r>
              <a:rPr lang="es-ES" sz="1600" b="1" dirty="0">
                <a:solidFill>
                  <a:schemeClr val="bg1"/>
                </a:solidFill>
                <a:latin typeface="Fira Sans Condensed Light" panose="020B0604020202020204" charset="0"/>
                <a:cs typeface="Times New Roman" panose="02020603050405020304" pitchFamily="18" charset="0"/>
              </a:rPr>
              <a:t>TE3002B</a:t>
            </a:r>
            <a:br>
              <a:rPr lang="es-ES" sz="2300" b="1" dirty="0">
                <a:solidFill>
                  <a:srgbClr val="FF0000"/>
                </a:solidFill>
                <a:latin typeface="Fira Sans Condensed Light" panose="020B0604020202020204" charset="0"/>
                <a:cs typeface="Times New Roman" panose="02020603050405020304" pitchFamily="18" charset="0"/>
              </a:rPr>
            </a:br>
            <a:r>
              <a:rPr lang="es-ES" sz="2700" b="1" dirty="0">
                <a:solidFill>
                  <a:schemeClr val="accent4"/>
                </a:solidFill>
                <a:latin typeface="Fira Sans Condensed Light" panose="020B0604020202020204" charset="0"/>
                <a:cs typeface="Times New Roman" panose="02020603050405020304" pitchFamily="18" charset="0"/>
              </a:rPr>
              <a:t>Implementación de Robótica Inteligente</a:t>
            </a:r>
          </a:p>
          <a:p>
            <a:pPr marL="14105" marR="5642">
              <a:spcBef>
                <a:spcPts val="106"/>
              </a:spcBef>
            </a:pPr>
            <a:endParaRPr lang="es-ES" sz="2000" b="1" dirty="0">
              <a:solidFill>
                <a:schemeClr val="bg1"/>
              </a:solidFill>
              <a:latin typeface="Fira Sans Condensed Light" panose="020B0604020202020204" charset="0"/>
              <a:cs typeface="Times New Roman" panose="02020603050405020304" pitchFamily="18" charset="0"/>
            </a:endParaRP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p>
          <a:p>
            <a:pPr marL="14105" marR="5642" algn="ctr">
              <a:spcBef>
                <a:spcPts val="106"/>
              </a:spcBef>
            </a:pPr>
            <a:r>
              <a:rPr lang="es-ES" sz="2000" b="1" dirty="0">
                <a:solidFill>
                  <a:schemeClr val="tx2"/>
                </a:solidFill>
                <a:latin typeface="Fira Sans Condensed Light" panose="020B0604020202020204" charset="0"/>
                <a:cs typeface="Times New Roman" panose="02020603050405020304" pitchFamily="18" charset="0"/>
              </a:rPr>
              <a:t>							 </a:t>
            </a:r>
            <a:r>
              <a:rPr lang="es-ES" sz="1600" b="1" dirty="0">
                <a:solidFill>
                  <a:schemeClr val="tx2"/>
                </a:solidFill>
                <a:latin typeface="Fira Sans Condensed Light" panose="020B0604020202020204" charset="0"/>
                <a:cs typeface="Times New Roman" panose="02020603050405020304" pitchFamily="18" charset="0"/>
              </a:rPr>
              <a:t>10 de Abril del 2026</a:t>
            </a:r>
            <a:br>
              <a:rPr lang="es-ES" sz="2000" b="1" dirty="0">
                <a:solidFill>
                  <a:srgbClr val="FF0000"/>
                </a:solidFill>
                <a:latin typeface="Fira Sans Condensed Light" panose="020B0604020202020204" charset="0"/>
                <a:cs typeface="Times New Roman" panose="02020603050405020304" pitchFamily="18" charset="0"/>
              </a:rPr>
            </a:br>
            <a:endParaRPr lang="es-MX" dirty="0">
              <a:solidFill>
                <a:schemeClr val="tx2"/>
              </a:solidFill>
              <a:latin typeface="Fira Sans Condensed Light" panose="020B0604020202020204" charset="0"/>
              <a:cs typeface="Times New Roman" panose="02020603050405020304" pitchFamily="18" charset="0"/>
            </a:endParaRPr>
          </a:p>
        </p:txBody>
      </p:sp>
      <p:sp>
        <p:nvSpPr>
          <p:cNvPr id="1028" name="AutoShape 4" descr="Inicio | Título Electrónico Puebla"/>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s-ES"/>
          </a:p>
        </p:txBody>
      </p:sp>
      <p:pic>
        <p:nvPicPr>
          <p:cNvPr id="14340" name="Picture 4" descr="The Learning Gate | Tec de Monterrey"/>
          <p:cNvPicPr>
            <a:picLocks noChangeAspect="1" noChangeArrowheads="1"/>
          </p:cNvPicPr>
          <p:nvPr/>
        </p:nvPicPr>
        <p:blipFill>
          <a:blip r:embed="rId4">
            <a:lum bright="100000" contrast="100000"/>
          </a:blip>
          <a:srcRect/>
          <a:stretch>
            <a:fillRect/>
          </a:stretch>
        </p:blipFill>
        <p:spPr bwMode="auto">
          <a:xfrm>
            <a:off x="5506277" y="308115"/>
            <a:ext cx="3345621" cy="587367"/>
          </a:xfrm>
          <a:prstGeom prst="rect">
            <a:avLst/>
          </a:prstGeom>
          <a:noFill/>
        </p:spPr>
      </p:pic>
      <p:cxnSp>
        <p:nvCxnSpPr>
          <p:cNvPr id="11" name="Google Shape;137;p27"/>
          <p:cNvCxnSpPr/>
          <p:nvPr/>
        </p:nvCxnSpPr>
        <p:spPr>
          <a:xfrm>
            <a:off x="599181" y="3300059"/>
            <a:ext cx="0" cy="630600"/>
          </a:xfrm>
          <a:prstGeom prst="straightConnector1">
            <a:avLst/>
          </a:prstGeom>
          <a:noFill/>
          <a:ln w="19050" cap="flat" cmpd="sng">
            <a:solidFill>
              <a:srgbClr val="F3F3F3"/>
            </a:solidFill>
            <a:prstDash val="solid"/>
            <a:round/>
            <a:headEnd type="oval" w="med" len="med"/>
            <a:tailEnd type="oval" w="med" len="med"/>
          </a:ln>
        </p:spPr>
      </p:cxnSp>
      <p:sp>
        <p:nvSpPr>
          <p:cNvPr id="6" name="Google Shape;136;p27"/>
          <p:cNvSpPr txBox="1">
            <a:spLocks noGrp="1"/>
          </p:cNvSpPr>
          <p:nvPr>
            <p:ph type="subTitle" idx="1"/>
          </p:nvPr>
        </p:nvSpPr>
        <p:spPr>
          <a:xfrm>
            <a:off x="0" y="4922784"/>
            <a:ext cx="3352799" cy="220716"/>
          </a:xfrm>
          <a:prstGeom prst="rect">
            <a:avLst/>
          </a:prstGeom>
        </p:spPr>
        <p:txBody>
          <a:bodyPr spcFirstLastPara="1" wrap="square" lIns="91425" tIns="91425" rIns="91425" bIns="91425" anchor="ctr" anchorCtr="0">
            <a:noAutofit/>
          </a:bodyPr>
          <a:lstStyle/>
          <a:p>
            <a:pPr algn="l"/>
            <a:r>
              <a:rPr lang="es-ES" dirty="0"/>
              <a:t>   </a:t>
            </a:r>
          </a:p>
          <a:p>
            <a:pPr algn="l"/>
            <a:r>
              <a:rPr lang="es-ES" dirty="0">
                <a:solidFill>
                  <a:schemeClr val="bg1">
                    <a:lumMod val="60000"/>
                    <a:lumOff val="40000"/>
                  </a:schemeClr>
                </a:solidFill>
                <a:latin typeface="Fira Sans Condensed Light" charset="0"/>
              </a:rPr>
              <a:t>Facilitador: </a:t>
            </a:r>
            <a:r>
              <a:rPr lang="es-ES" dirty="0" err="1">
                <a:solidFill>
                  <a:schemeClr val="bg1">
                    <a:lumMod val="60000"/>
                    <a:lumOff val="40000"/>
                  </a:schemeClr>
                </a:solidFill>
                <a:latin typeface="Fira Sans Condensed Light" charset="0"/>
              </a:rPr>
              <a:t>PhD</a:t>
            </a:r>
            <a:r>
              <a:rPr lang="es-ES" dirty="0">
                <a:solidFill>
                  <a:schemeClr val="bg1">
                    <a:lumMod val="60000"/>
                    <a:lumOff val="40000"/>
                  </a:schemeClr>
                </a:solidFill>
                <a:latin typeface="Fira Sans Condensed Light" charset="0"/>
              </a:rPr>
              <a:t> Alfredo García Suárez</a:t>
            </a:r>
          </a:p>
          <a:p>
            <a:pPr algn="l"/>
            <a:br>
              <a:rPr lang="es-ES" dirty="0"/>
            </a:br>
            <a:endParaRPr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xEl>
                                              <p:pRg st="3" end="3"/>
                                            </p:txEl>
                                          </p:spTgt>
                                        </p:tgtEl>
                                        <p:attrNameLst>
                                          <p:attrName>style.visibility</p:attrName>
                                        </p:attrNameLst>
                                      </p:cBhvr>
                                      <p:to>
                                        <p:strVal val="visible"/>
                                      </p:to>
                                    </p:set>
                                    <p:anim calcmode="lin" valueType="num">
                                      <p:cBhvr additive="base">
                                        <p:cTn id="7" dur="500" fill="hold"/>
                                        <p:tgtEl>
                                          <p:spTgt spid="7">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7">
                                            <p:txEl>
                                              <p:pRg st="6" end="6"/>
                                            </p:txEl>
                                          </p:spTgt>
                                        </p:tgtEl>
                                        <p:attrNameLst>
                                          <p:attrName>style.visibility</p:attrName>
                                        </p:attrNameLst>
                                      </p:cBhvr>
                                      <p:to>
                                        <p:strVal val="visible"/>
                                      </p:to>
                                    </p:set>
                                    <p:anim calcmode="lin" valueType="num">
                                      <p:cBhvr additive="base">
                                        <p:cTn id="13" dur="500" fill="hold"/>
                                        <p:tgtEl>
                                          <p:spTgt spid="7">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7">
                                            <p:txEl>
                                              <p:pRg st="8" end="8"/>
                                            </p:txEl>
                                          </p:spTgt>
                                        </p:tgtEl>
                                        <p:attrNameLst>
                                          <p:attrName>style.visibility</p:attrName>
                                        </p:attrNameLst>
                                      </p:cBhvr>
                                      <p:to>
                                        <p:strVal val="visible"/>
                                      </p:to>
                                    </p:set>
                                    <p:anim calcmode="lin" valueType="num">
                                      <p:cBhvr additive="base">
                                        <p:cTn id="19" dur="500" fill="hold"/>
                                        <p:tgtEl>
                                          <p:spTgt spid="7">
                                            <p:txEl>
                                              <p:pRg st="8" end="8"/>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7">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xEl>
                                              <p:pRg st="9" end="9"/>
                                            </p:txEl>
                                          </p:spTgt>
                                        </p:tgtEl>
                                        <p:attrNameLst>
                                          <p:attrName>style.visibility</p:attrName>
                                        </p:attrNameLst>
                                      </p:cBhvr>
                                      <p:to>
                                        <p:strVal val="visible"/>
                                      </p:to>
                                    </p:set>
                                    <p:anim calcmode="lin" valueType="num">
                                      <p:cBhvr additive="base">
                                        <p:cTn id="25" dur="500" fill="hold"/>
                                        <p:tgtEl>
                                          <p:spTgt spid="7">
                                            <p:txEl>
                                              <p:pRg st="9" end="9"/>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allAtOnce"/>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p:nvPr/>
        </p:nvCxnSpPr>
        <p:spPr>
          <a:xfrm>
            <a:off x="4594711" y="2465172"/>
            <a:ext cx="0" cy="6306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8" name="Google Shape;135;p27"/>
          <p:cNvSpPr txBox="1">
            <a:spLocks noGrp="1"/>
          </p:cNvSpPr>
          <p:nvPr>
            <p:ph type="title"/>
          </p:nvPr>
        </p:nvSpPr>
        <p:spPr>
          <a:xfrm>
            <a:off x="4681549" y="1623442"/>
            <a:ext cx="3200181" cy="22743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Bienvenida</a:t>
            </a:r>
            <a:endParaRPr dirty="0"/>
          </a:p>
        </p:txBody>
      </p:sp>
      <p:sp>
        <p:nvSpPr>
          <p:cNvPr id="9"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4" descr="Análisis del papel de la automatización de procesos industriales hoy y  mañana">
            <a:extLst>
              <a:ext uri="{FF2B5EF4-FFF2-40B4-BE49-F238E27FC236}">
                <a16:creationId xmlns:a16="http://schemas.microsoft.com/office/drawing/2014/main" id="{AC008B2B-6883-2457-17DE-D01F4ACEFDE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565" y="1264349"/>
            <a:ext cx="3931839" cy="281528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cxnSp>
        <p:nvCxnSpPr>
          <p:cNvPr id="137" name="Google Shape;137;p27"/>
          <p:cNvCxnSpPr>
            <a:cxnSpLocks/>
          </p:cNvCxnSpPr>
          <p:nvPr/>
        </p:nvCxnSpPr>
        <p:spPr>
          <a:xfrm>
            <a:off x="4594711" y="1828800"/>
            <a:ext cx="0" cy="1828800"/>
          </a:xfrm>
          <a:prstGeom prst="straightConnector1">
            <a:avLst/>
          </a:prstGeom>
          <a:noFill/>
          <a:ln w="19050" cap="flat" cmpd="sng">
            <a:solidFill>
              <a:srgbClr val="F3F3F3"/>
            </a:solidFill>
            <a:prstDash val="solid"/>
            <a:round/>
            <a:headEnd type="oval" w="med" len="med"/>
            <a:tailEnd type="oval" w="med" len="med"/>
          </a:ln>
        </p:spPr>
      </p:cxnSp>
      <p:pic>
        <p:nvPicPr>
          <p:cNvPr id="5" name="Picture 4" descr="The Learning Gate | Tec de Monterrey"/>
          <p:cNvPicPr>
            <a:picLocks noChangeAspect="1" noChangeArrowheads="1"/>
          </p:cNvPicPr>
          <p:nvPr/>
        </p:nvPicPr>
        <p:blipFill>
          <a:blip r:embed="rId3">
            <a:lum bright="100000" contrast="100000"/>
          </a:blip>
          <a:srcRect/>
          <a:stretch>
            <a:fillRect/>
          </a:stretch>
        </p:blipFill>
        <p:spPr bwMode="auto">
          <a:xfrm>
            <a:off x="5506277" y="308115"/>
            <a:ext cx="3345621" cy="587367"/>
          </a:xfrm>
          <a:prstGeom prst="rect">
            <a:avLst/>
          </a:prstGeom>
          <a:noFill/>
        </p:spPr>
      </p:pic>
      <p:sp>
        <p:nvSpPr>
          <p:cNvPr id="7" name="Google Shape;136;p27"/>
          <p:cNvSpPr txBox="1">
            <a:spLocks noGrp="1"/>
          </p:cNvSpPr>
          <p:nvPr>
            <p:ph type="subTitle" idx="1"/>
          </p:nvPr>
        </p:nvSpPr>
        <p:spPr>
          <a:xfrm>
            <a:off x="4256213" y="1911729"/>
            <a:ext cx="3527821" cy="2274300"/>
          </a:xfrm>
          <a:prstGeom prst="rect">
            <a:avLst/>
          </a:prstGeom>
        </p:spPr>
        <p:txBody>
          <a:bodyPr spcFirstLastPara="1" wrap="square" lIns="91425" tIns="91425" rIns="91425" bIns="91425" anchor="ctr" anchorCtr="0">
            <a:noAutofit/>
          </a:bodyPr>
          <a:lstStyle/>
          <a:p>
            <a:pPr algn="l"/>
            <a:r>
              <a:rPr lang="es-ES" dirty="0"/>
              <a:t>     </a:t>
            </a:r>
          </a:p>
          <a:p>
            <a:pPr algn="just"/>
            <a:r>
              <a:rPr lang="es-ES" dirty="0"/>
              <a:t>     </a:t>
            </a:r>
            <a:r>
              <a:rPr lang="es-ES" b="1" dirty="0"/>
              <a:t>“La robótica móvil puede definirse como sistemas robóticos que pueden desplazarse en distintos entornos y que cuenta con distintas capacidades que les permiten ejecutar tareas complejas, ya sea de forma autónoma o controlados por un operador humano..”   </a:t>
            </a:r>
          </a:p>
          <a:p>
            <a:pPr algn="l"/>
            <a:r>
              <a:rPr lang="es-ES" dirty="0"/>
              <a:t>       </a:t>
            </a:r>
          </a:p>
          <a:p>
            <a:pPr algn="l"/>
            <a:r>
              <a:rPr lang="es-ES" dirty="0"/>
              <a:t>                                          –</a:t>
            </a:r>
            <a:r>
              <a:rPr lang="es-ES" dirty="0" err="1"/>
              <a:t>Katsuhiko</a:t>
            </a:r>
            <a:r>
              <a:rPr lang="es-ES" dirty="0"/>
              <a:t> Ogata</a:t>
            </a:r>
          </a:p>
          <a:p>
            <a:pPr algn="l"/>
            <a:br>
              <a:rPr lang="es-ES" dirty="0"/>
            </a:br>
            <a:endParaRPr dirty="0"/>
          </a:p>
        </p:txBody>
      </p:sp>
      <p:sp>
        <p:nvSpPr>
          <p:cNvPr id="8"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8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Picture 2" descr="Cinco tendencias esenciales que impulsan el crecimiento de la robótica móvil">
            <a:extLst>
              <a:ext uri="{FF2B5EF4-FFF2-40B4-BE49-F238E27FC236}">
                <a16:creationId xmlns:a16="http://schemas.microsoft.com/office/drawing/2014/main" id="{DFE48314-CCC1-71E9-5268-FDB10F8779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4706" y="1567133"/>
            <a:ext cx="3985292" cy="242667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Anterior</a:t>
            </a:r>
            <a:endParaRPr sz="4000" dirty="0"/>
          </a:p>
        </p:txBody>
      </p:sp>
      <p:sp>
        <p:nvSpPr>
          <p:cNvPr id="175" name="Google Shape;175;p30"/>
          <p:cNvSpPr txBox="1">
            <a:spLocks noGrp="1"/>
          </p:cNvSpPr>
          <p:nvPr>
            <p:ph type="subTitle" idx="1"/>
          </p:nvPr>
        </p:nvSpPr>
        <p:spPr>
          <a:xfrm>
            <a:off x="4917750" y="3290550"/>
            <a:ext cx="3175216" cy="881100"/>
          </a:xfrm>
          <a:prstGeom prst="rect">
            <a:avLst/>
          </a:prstGeom>
        </p:spPr>
        <p:txBody>
          <a:bodyPr spcFirstLastPara="1" wrap="square" lIns="91425" tIns="91425" rIns="91425" bIns="91425" anchor="t" anchorCtr="0">
            <a:noAutofit/>
          </a:bodyPr>
          <a:lstStyle/>
          <a:p>
            <a:pPr marL="146050" lvl="0" indent="0">
              <a:buSzPts val="1300"/>
            </a:pPr>
            <a:r>
              <a:rPr lang="es-ES" dirty="0"/>
              <a:t>-Modelo cinemático robot diferencial</a:t>
            </a:r>
          </a:p>
        </p:txBody>
      </p:sp>
      <p:sp>
        <p:nvSpPr>
          <p:cNvPr id="176" name="Google Shape;176;p30"/>
          <p:cNvSpPr txBox="1">
            <a:spLocks noGrp="1"/>
          </p:cNvSpPr>
          <p:nvPr>
            <p:ph type="title" idx="2"/>
          </p:nvPr>
        </p:nvSpPr>
        <p:spPr>
          <a:xfrm>
            <a:off x="4849169" y="1001125"/>
            <a:ext cx="2172953"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04</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1648536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0" y="2764920"/>
            <a:ext cx="4571999"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¿Qué es un robot móvil diferencial?</a:t>
            </a:r>
          </a:p>
          <a:p>
            <a:pPr marL="152400" indent="0" algn="just">
              <a:buNone/>
            </a:pPr>
            <a:r>
              <a:rPr lang="es-ES" sz="1600" dirty="0">
                <a:solidFill>
                  <a:schemeClr val="tx2"/>
                </a:solidFill>
              </a:rPr>
              <a:t>Un robot con </a:t>
            </a:r>
            <a:r>
              <a:rPr lang="es-ES" sz="1600" b="1" dirty="0">
                <a:solidFill>
                  <a:schemeClr val="tx2"/>
                </a:solidFill>
              </a:rPr>
              <a:t>tracción diferencial </a:t>
            </a:r>
            <a:r>
              <a:rPr lang="es-ES" sz="1600" dirty="0">
                <a:solidFill>
                  <a:schemeClr val="tx2"/>
                </a:solidFill>
              </a:rPr>
              <a:t>es un vehículo que utiliza un sistema de transmisión de dos ruedas independientes, es decir, cada rueda está unida a su propio motor. En consecuencia, su movimiento (locomoción) se basa en la diferencia de velocidades de las dos ruedas instaladas en un único eje. Además, en la parte trasera o delantera se coloca una rueda libre o castor que gira pasivamente, y sirve para dar estabilidad al robot.</a:t>
            </a:r>
            <a:endParaRPr lang="en-US" sz="1600" b="1" dirty="0"/>
          </a:p>
        </p:txBody>
      </p:sp>
      <p:pic>
        <p:nvPicPr>
          <p:cNvPr id="9" name="Imagen 8">
            <a:extLst>
              <a:ext uri="{FF2B5EF4-FFF2-40B4-BE49-F238E27FC236}">
                <a16:creationId xmlns:a16="http://schemas.microsoft.com/office/drawing/2014/main" id="{7D958701-DC04-206B-D8A5-07A71A6EDC08}"/>
              </a:ext>
            </a:extLst>
          </p:cNvPr>
          <p:cNvPicPr>
            <a:picLocks noChangeAspect="1"/>
          </p:cNvPicPr>
          <p:nvPr/>
        </p:nvPicPr>
        <p:blipFill>
          <a:blip r:embed="rId4"/>
          <a:stretch>
            <a:fillRect/>
          </a:stretch>
        </p:blipFill>
        <p:spPr>
          <a:xfrm>
            <a:off x="4654373" y="2120844"/>
            <a:ext cx="4350740" cy="2439432"/>
          </a:xfrm>
          <a:prstGeom prst="rect">
            <a:avLst/>
          </a:prstGeom>
        </p:spPr>
      </p:pic>
    </p:spTree>
    <p:extLst>
      <p:ext uri="{BB962C8B-B14F-4D97-AF65-F5344CB8AC3E}">
        <p14:creationId xmlns:p14="http://schemas.microsoft.com/office/powerpoint/2010/main" val="34933334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2" y="2669375"/>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Configuraciones de robot diferencial</a:t>
            </a:r>
          </a:p>
          <a:p>
            <a:pPr marL="152400" indent="0" algn="just">
              <a:buNone/>
            </a:pPr>
            <a:r>
              <a:rPr lang="es-ES" sz="1600" dirty="0">
                <a:solidFill>
                  <a:schemeClr val="tx2"/>
                </a:solidFill>
              </a:rPr>
              <a:t>En la figura se puede observar otras configuraciones diferentes al sistema de locomoción a). Por ejemplo,  b) con dos ruedas activas y dos pasivas, c) cuatro ruedas activas conectadas por un sistemas de correas, al final todas estas configuraciones pertenecen a un robot diferencial.</a:t>
            </a:r>
            <a:endParaRPr lang="en-US" sz="1600" b="1" dirty="0"/>
          </a:p>
        </p:txBody>
      </p:sp>
      <p:pic>
        <p:nvPicPr>
          <p:cNvPr id="10" name="Imagen 9">
            <a:extLst>
              <a:ext uri="{FF2B5EF4-FFF2-40B4-BE49-F238E27FC236}">
                <a16:creationId xmlns:a16="http://schemas.microsoft.com/office/drawing/2014/main" id="{EFB61B63-D17B-1061-279C-8F519BF50A65}"/>
              </a:ext>
            </a:extLst>
          </p:cNvPr>
          <p:cNvPicPr>
            <a:picLocks noChangeAspect="1"/>
          </p:cNvPicPr>
          <p:nvPr/>
        </p:nvPicPr>
        <p:blipFill rotWithShape="1">
          <a:blip r:embed="rId4"/>
          <a:srcRect l="1239" r="1471"/>
          <a:stretch/>
        </p:blipFill>
        <p:spPr>
          <a:xfrm>
            <a:off x="3727939" y="1859624"/>
            <a:ext cx="5261838" cy="2659973"/>
          </a:xfrm>
          <a:prstGeom prst="rect">
            <a:avLst/>
          </a:prstGeom>
        </p:spPr>
      </p:pic>
    </p:spTree>
    <p:extLst>
      <p:ext uri="{BB962C8B-B14F-4D97-AF65-F5344CB8AC3E}">
        <p14:creationId xmlns:p14="http://schemas.microsoft.com/office/powerpoint/2010/main" val="18742576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462779"/>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En primer lugar, si dos ruedas giran en la misma dirección y velocidad, el robot se moverá en línea recta hacia adelante, ahora, si cambia el sentido de giro y mantiene la velocidad, el vehículo se desplazará hacia atrás.</a:t>
            </a:r>
            <a:endParaRPr lang="en-US" sz="1600" b="1" dirty="0"/>
          </a:p>
        </p:txBody>
      </p:sp>
      <p:pic>
        <p:nvPicPr>
          <p:cNvPr id="5" name="Imagen 4">
            <a:extLst>
              <a:ext uri="{FF2B5EF4-FFF2-40B4-BE49-F238E27FC236}">
                <a16:creationId xmlns:a16="http://schemas.microsoft.com/office/drawing/2014/main" id="{AC48E270-2FD9-3904-DF55-C308AD54137A}"/>
              </a:ext>
            </a:extLst>
          </p:cNvPr>
          <p:cNvPicPr>
            <a:picLocks noChangeAspect="1"/>
          </p:cNvPicPr>
          <p:nvPr/>
        </p:nvPicPr>
        <p:blipFill>
          <a:blip r:embed="rId4"/>
          <a:stretch>
            <a:fillRect/>
          </a:stretch>
        </p:blipFill>
        <p:spPr>
          <a:xfrm>
            <a:off x="3751667" y="1756321"/>
            <a:ext cx="5252632" cy="2866578"/>
          </a:xfrm>
          <a:prstGeom prst="rect">
            <a:avLst/>
          </a:prstGeom>
        </p:spPr>
      </p:pic>
    </p:spTree>
    <p:extLst>
      <p:ext uri="{BB962C8B-B14F-4D97-AF65-F5344CB8AC3E}">
        <p14:creationId xmlns:p14="http://schemas.microsoft.com/office/powerpoint/2010/main" val="32903462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462779"/>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Ahora, si dos ruedas giran en la misma dirección, pero con diferentes velocidades, el robot se alejará del motor más rápido. Por ejemplo, si la rueda derecha gira más que la otra, el vehículo se moverá a la izquierda.</a:t>
            </a:r>
            <a:endParaRPr lang="en-US" sz="1600" b="1" dirty="0"/>
          </a:p>
        </p:txBody>
      </p:sp>
      <p:pic>
        <p:nvPicPr>
          <p:cNvPr id="9" name="Imagen 8">
            <a:extLst>
              <a:ext uri="{FF2B5EF4-FFF2-40B4-BE49-F238E27FC236}">
                <a16:creationId xmlns:a16="http://schemas.microsoft.com/office/drawing/2014/main" id="{A5B4F6B7-D955-EC7D-6494-EE5CD1445013}"/>
              </a:ext>
            </a:extLst>
          </p:cNvPr>
          <p:cNvPicPr>
            <a:picLocks noChangeAspect="1"/>
          </p:cNvPicPr>
          <p:nvPr/>
        </p:nvPicPr>
        <p:blipFill>
          <a:blip r:embed="rId4"/>
          <a:stretch>
            <a:fillRect/>
          </a:stretch>
        </p:blipFill>
        <p:spPr>
          <a:xfrm>
            <a:off x="3891061" y="1738425"/>
            <a:ext cx="5020427" cy="3096959"/>
          </a:xfrm>
          <a:prstGeom prst="rect">
            <a:avLst/>
          </a:prstGeom>
        </p:spPr>
      </p:pic>
    </p:spTree>
    <p:extLst>
      <p:ext uri="{BB962C8B-B14F-4D97-AF65-F5344CB8AC3E}">
        <p14:creationId xmlns:p14="http://schemas.microsoft.com/office/powerpoint/2010/main" val="4610018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37597" y="2332862"/>
            <a:ext cx="359898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Funcionamiento del robot diferencial</a:t>
            </a:r>
          </a:p>
          <a:p>
            <a:pPr marL="152400" indent="0" algn="just">
              <a:buNone/>
            </a:pPr>
            <a:r>
              <a:rPr lang="es-ES" sz="1600" dirty="0">
                <a:solidFill>
                  <a:schemeClr val="tx2"/>
                </a:solidFill>
              </a:rPr>
              <a:t>Finalmente, si ambas ruedas giran a la misma velocidad, pero en direcciones opuestas, el vehículo girará en su propio eje en sentido horario o antihorario.</a:t>
            </a:r>
            <a:endParaRPr lang="en-US" sz="1600" b="1" dirty="0"/>
          </a:p>
        </p:txBody>
      </p:sp>
      <p:pic>
        <p:nvPicPr>
          <p:cNvPr id="5" name="Imagen 4">
            <a:extLst>
              <a:ext uri="{FF2B5EF4-FFF2-40B4-BE49-F238E27FC236}">
                <a16:creationId xmlns:a16="http://schemas.microsoft.com/office/drawing/2014/main" id="{83414935-F627-73BD-B448-9A56D846429E}"/>
              </a:ext>
            </a:extLst>
          </p:cNvPr>
          <p:cNvPicPr>
            <a:picLocks noChangeAspect="1"/>
          </p:cNvPicPr>
          <p:nvPr/>
        </p:nvPicPr>
        <p:blipFill>
          <a:blip r:embed="rId4"/>
          <a:stretch>
            <a:fillRect/>
          </a:stretch>
        </p:blipFill>
        <p:spPr>
          <a:xfrm>
            <a:off x="3711041" y="1615718"/>
            <a:ext cx="5224627" cy="3184032"/>
          </a:xfrm>
          <a:prstGeom prst="rect">
            <a:avLst/>
          </a:prstGeom>
        </p:spPr>
      </p:pic>
    </p:spTree>
    <p:extLst>
      <p:ext uri="{BB962C8B-B14F-4D97-AF65-F5344CB8AC3E}">
        <p14:creationId xmlns:p14="http://schemas.microsoft.com/office/powerpoint/2010/main" val="19593836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83779" y="2696278"/>
            <a:ext cx="3889635"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Para determinar la localización del móvil en el plano cartesiano, vamos a utilizar el modelo cinemático diferencial directo. Este modelo relaciona las velocidades del punto de interés o control</a:t>
            </a:r>
            <a:r>
              <a:rPr lang="es-ES" sz="1600" b="1" dirty="0">
                <a:solidFill>
                  <a:schemeClr val="tx2"/>
                </a:solidFill>
              </a:rPr>
              <a:t> h(</a:t>
            </a:r>
            <a:r>
              <a:rPr lang="es-ES" sz="1600" b="1" dirty="0" err="1">
                <a:solidFill>
                  <a:schemeClr val="tx2"/>
                </a:solidFill>
              </a:rPr>
              <a:t>x,y</a:t>
            </a:r>
            <a:r>
              <a:rPr lang="es-ES" sz="1600" b="1" dirty="0">
                <a:solidFill>
                  <a:schemeClr val="tx2"/>
                </a:solidFill>
              </a:rPr>
              <a:t>) </a:t>
            </a:r>
            <a:r>
              <a:rPr lang="es-ES" sz="1600" dirty="0">
                <a:solidFill>
                  <a:schemeClr val="tx2"/>
                </a:solidFill>
              </a:rPr>
              <a:t>con las velocidades de los actuadores considerando al vehículo como una masa puntual, es decir, sin analizar las fuerzas que ejercen sobre el mismo (momentos de inercia y rozamientos).</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r="40014"/>
          <a:stretch/>
        </p:blipFill>
        <p:spPr>
          <a:xfrm>
            <a:off x="4572000" y="1301450"/>
            <a:ext cx="3975758" cy="3726181"/>
          </a:xfrm>
          <a:prstGeom prst="rect">
            <a:avLst/>
          </a:prstGeom>
        </p:spPr>
      </p:pic>
    </p:spTree>
    <p:extLst>
      <p:ext uri="{BB962C8B-B14F-4D97-AF65-F5344CB8AC3E}">
        <p14:creationId xmlns:p14="http://schemas.microsoft.com/office/powerpoint/2010/main" val="20360086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33222" y="777488"/>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4853" y="623903"/>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14654" y="2332862"/>
            <a:ext cx="3889635"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Para el obtener el modelo cinemático, vamos a guiarnos de la geometría de un vehículo tipo diferencial, cuya posición la define el punto </a:t>
            </a:r>
            <a:r>
              <a:rPr lang="es-ES" sz="1600" b="1" dirty="0">
                <a:solidFill>
                  <a:schemeClr val="tx2"/>
                </a:solidFill>
              </a:rPr>
              <a:t>h(</a:t>
            </a:r>
            <a:r>
              <a:rPr lang="es-ES" sz="1600" b="1" dirty="0" err="1">
                <a:solidFill>
                  <a:schemeClr val="tx2"/>
                </a:solidFill>
              </a:rPr>
              <a:t>x,y</a:t>
            </a:r>
            <a:r>
              <a:rPr lang="es-ES" sz="1600" b="1" dirty="0">
                <a:solidFill>
                  <a:schemeClr val="tx2"/>
                </a:solidFill>
              </a:rPr>
              <a:t>) </a:t>
            </a:r>
            <a:r>
              <a:rPr lang="es-ES" sz="1600" dirty="0">
                <a:solidFill>
                  <a:schemeClr val="tx2"/>
                </a:solidFill>
              </a:rPr>
              <a:t>y la orientación el ángulo </a:t>
            </a:r>
            <a:r>
              <a:rPr lang="es-ES" sz="1600" b="1" dirty="0">
                <a:solidFill>
                  <a:schemeClr val="tx2"/>
                </a:solidFill>
              </a:rPr>
              <a:t>(phi).</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r="40014"/>
          <a:stretch/>
        </p:blipFill>
        <p:spPr>
          <a:xfrm>
            <a:off x="4572000" y="1301450"/>
            <a:ext cx="3975758" cy="3726181"/>
          </a:xfrm>
          <a:prstGeom prst="rect">
            <a:avLst/>
          </a:prstGeom>
        </p:spPr>
      </p:pic>
    </p:spTree>
    <p:extLst>
      <p:ext uri="{BB962C8B-B14F-4D97-AF65-F5344CB8AC3E}">
        <p14:creationId xmlns:p14="http://schemas.microsoft.com/office/powerpoint/2010/main" val="40867910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67859" y="644723"/>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58299" y="491138"/>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78282" y="2420338"/>
            <a:ext cx="2611821"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Cinemático</a:t>
            </a:r>
          </a:p>
          <a:p>
            <a:pPr marL="152400" indent="0" algn="just">
              <a:buNone/>
            </a:pPr>
            <a:r>
              <a:rPr lang="es-ES" sz="1600" dirty="0">
                <a:solidFill>
                  <a:schemeClr val="tx2"/>
                </a:solidFill>
              </a:rPr>
              <a:t>Como resultado del análisis geométrico, la cinemática diferencial con el punto de control ubicado en el centro del eje que une las ruedas es la siguiente.</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l="4245" t="10069" r="12172" b="2215"/>
          <a:stretch/>
        </p:blipFill>
        <p:spPr>
          <a:xfrm>
            <a:off x="3108549" y="1582615"/>
            <a:ext cx="6035451" cy="3560885"/>
          </a:xfrm>
          <a:prstGeom prst="rect">
            <a:avLst/>
          </a:prstGeom>
        </p:spPr>
      </p:pic>
    </p:spTree>
    <p:extLst>
      <p:ext uri="{BB962C8B-B14F-4D97-AF65-F5344CB8AC3E}">
        <p14:creationId xmlns:p14="http://schemas.microsoft.com/office/powerpoint/2010/main" val="40415435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67859" y="644723"/>
            <a:ext cx="0" cy="838230"/>
          </a:xfrm>
          <a:prstGeom prst="straightConnector1">
            <a:avLst/>
          </a:prstGeom>
          <a:noFill/>
          <a:ln w="19050" cap="flat" cmpd="sng">
            <a:solidFill>
              <a:srgbClr val="F3F3F3"/>
            </a:solidFill>
            <a:prstDash val="solid"/>
            <a:round/>
            <a:headEnd type="oval" w="med" len="med"/>
            <a:tailEnd type="oval" w="med" len="med"/>
          </a:ln>
        </p:spPr>
      </p:cxn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58299" y="491138"/>
            <a:ext cx="7687148"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a:solidFill>
                  <a:srgbClr val="F3F3F3"/>
                </a:solidFill>
                <a:latin typeface="Rajdhani"/>
                <a:ea typeface="Rajdhani"/>
                <a:cs typeface="Rajdhani"/>
                <a:sym typeface="Rajdhani"/>
              </a:rPr>
              <a:t>Robots </a:t>
            </a:r>
            <a:r>
              <a:rPr lang="en-US" sz="3000" b="1" dirty="0" err="1">
                <a:solidFill>
                  <a:srgbClr val="F3F3F3"/>
                </a:solidFill>
                <a:latin typeface="Rajdhani"/>
                <a:ea typeface="Rajdhani"/>
                <a:cs typeface="Rajdhani"/>
                <a:sym typeface="Rajdhani"/>
              </a:rPr>
              <a:t>Móviles</a:t>
            </a:r>
            <a:r>
              <a:rPr lang="en-US" sz="3000" b="1" dirty="0">
                <a:solidFill>
                  <a:srgbClr val="F3F3F3"/>
                </a:solidFill>
                <a:latin typeface="Rajdhani"/>
                <a:ea typeface="Rajdhani"/>
                <a:cs typeface="Rajdhani"/>
                <a:sym typeface="Rajdhani"/>
              </a:rPr>
              <a:t> con </a:t>
            </a:r>
            <a:r>
              <a:rPr lang="en-US" sz="3000" b="1" dirty="0" err="1">
                <a:solidFill>
                  <a:srgbClr val="F3F3F3"/>
                </a:solidFill>
                <a:latin typeface="Rajdhani"/>
                <a:ea typeface="Rajdhani"/>
                <a:cs typeface="Rajdhani"/>
                <a:sym typeface="Rajdhani"/>
              </a:rPr>
              <a:t>ruedas</a:t>
            </a:r>
            <a:endParaRPr kumimoji="0" lang="en-US" sz="3000" b="1" i="0" u="none" strike="noStrike" kern="0" cap="none" spc="0" normalizeH="0" baseline="0" noProof="0" dirty="0">
              <a:ln>
                <a:noFill/>
              </a:ln>
              <a:solidFill>
                <a:srgbClr val="F3F3F3"/>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Robot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diferencial</a:t>
            </a: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sp>
        <p:nvSpPr>
          <p:cNvPr id="3" name="Google Shape;1762;p45">
            <a:extLst>
              <a:ext uri="{FF2B5EF4-FFF2-40B4-BE49-F238E27FC236}">
                <a16:creationId xmlns:a16="http://schemas.microsoft.com/office/drawing/2014/main" id="{BC5F3AD2-1CC9-6B1F-9200-3B16F7DF3A59}"/>
              </a:ext>
            </a:extLst>
          </p:cNvPr>
          <p:cNvSpPr txBox="1">
            <a:spLocks/>
          </p:cNvSpPr>
          <p:nvPr/>
        </p:nvSpPr>
        <p:spPr>
          <a:xfrm>
            <a:off x="278282" y="2420338"/>
            <a:ext cx="3543440" cy="726831"/>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600" b="1" dirty="0">
                <a:solidFill>
                  <a:schemeClr val="bg1">
                    <a:lumMod val="60000"/>
                    <a:lumOff val="40000"/>
                  </a:schemeClr>
                </a:solidFill>
              </a:rPr>
              <a:t>Modelo Diferencial</a:t>
            </a:r>
          </a:p>
          <a:p>
            <a:pPr marL="152400" indent="0" algn="just">
              <a:buNone/>
            </a:pPr>
            <a:r>
              <a:rPr lang="es-ES" sz="1600" dirty="0">
                <a:solidFill>
                  <a:schemeClr val="tx2"/>
                </a:solidFill>
              </a:rPr>
              <a:t>Como se menciona anteriormente este modelo proporciona velocidades (no posiciones), por lo tanto, para obtener la posición y orientación del móvil es necesario integrar las velocidades en un periodo de tiempo constante (</a:t>
            </a:r>
            <a:r>
              <a:rPr lang="es-ES" sz="1600" b="1" dirty="0" err="1">
                <a:solidFill>
                  <a:schemeClr val="tx2"/>
                </a:solidFill>
              </a:rPr>
              <a:t>ts</a:t>
            </a:r>
            <a:r>
              <a:rPr lang="es-ES" sz="1600" dirty="0">
                <a:solidFill>
                  <a:schemeClr val="tx2"/>
                </a:solidFill>
              </a:rPr>
              <a:t>) llamado tiempo de muestreo.</a:t>
            </a:r>
            <a:endParaRPr lang="en-US" sz="1600" b="1" dirty="0"/>
          </a:p>
        </p:txBody>
      </p:sp>
      <p:pic>
        <p:nvPicPr>
          <p:cNvPr id="4" name="Imagen 3" descr="Diagrama&#10;&#10;Descripción generada automáticamente">
            <a:extLst>
              <a:ext uri="{FF2B5EF4-FFF2-40B4-BE49-F238E27FC236}">
                <a16:creationId xmlns:a16="http://schemas.microsoft.com/office/drawing/2014/main" id="{D3ACF459-0869-F66C-79CD-B3BDC35FA648}"/>
              </a:ext>
            </a:extLst>
          </p:cNvPr>
          <p:cNvPicPr>
            <a:picLocks noChangeAspect="1"/>
          </p:cNvPicPr>
          <p:nvPr/>
        </p:nvPicPr>
        <p:blipFill rotWithShape="1">
          <a:blip r:embed="rId4"/>
          <a:srcRect l="66236" t="16054" r="9669" b="2215"/>
          <a:stretch/>
        </p:blipFill>
        <p:spPr>
          <a:xfrm>
            <a:off x="5322280" y="1366803"/>
            <a:ext cx="1922580" cy="3666339"/>
          </a:xfrm>
          <a:prstGeom prst="rect">
            <a:avLst/>
          </a:prstGeom>
        </p:spPr>
      </p:pic>
    </p:spTree>
    <p:extLst>
      <p:ext uri="{BB962C8B-B14F-4D97-AF65-F5344CB8AC3E}">
        <p14:creationId xmlns:p14="http://schemas.microsoft.com/office/powerpoint/2010/main" val="10493671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30"/>
          <p:cNvSpPr txBox="1">
            <a:spLocks noGrp="1"/>
          </p:cNvSpPr>
          <p:nvPr>
            <p:ph type="title"/>
          </p:nvPr>
        </p:nvSpPr>
        <p:spPr>
          <a:xfrm>
            <a:off x="522825" y="971850"/>
            <a:ext cx="3787800" cy="3199800"/>
          </a:xfrm>
          <a:prstGeom prst="rect">
            <a:avLst/>
          </a:prstGeom>
        </p:spPr>
        <p:txBody>
          <a:bodyPr spcFirstLastPara="1" wrap="square" lIns="91425" tIns="91425" rIns="91425" bIns="91425" anchor="ctr" anchorCtr="0">
            <a:noAutofit/>
          </a:bodyPr>
          <a:lstStyle/>
          <a:p>
            <a:pPr lvl="0"/>
            <a:r>
              <a:rPr lang="en" sz="4000" dirty="0"/>
              <a:t>Clase Actual</a:t>
            </a:r>
            <a:endParaRPr sz="4000" dirty="0"/>
          </a:p>
        </p:txBody>
      </p:sp>
      <p:sp>
        <p:nvSpPr>
          <p:cNvPr id="175" name="Google Shape;175;p30"/>
          <p:cNvSpPr txBox="1">
            <a:spLocks noGrp="1"/>
          </p:cNvSpPr>
          <p:nvPr>
            <p:ph type="subTitle" idx="1"/>
          </p:nvPr>
        </p:nvSpPr>
        <p:spPr>
          <a:xfrm>
            <a:off x="4917750" y="3290550"/>
            <a:ext cx="4073850" cy="881100"/>
          </a:xfrm>
          <a:prstGeom prst="rect">
            <a:avLst/>
          </a:prstGeom>
        </p:spPr>
        <p:txBody>
          <a:bodyPr spcFirstLastPara="1" wrap="square" lIns="91425" tIns="91425" rIns="91425" bIns="91425" anchor="t" anchorCtr="0">
            <a:noAutofit/>
          </a:bodyPr>
          <a:lstStyle/>
          <a:p>
            <a:pPr marL="146050" lvl="0" indent="0">
              <a:buSzPts val="1300"/>
            </a:pPr>
            <a:r>
              <a:rPr lang="es-ES" dirty="0"/>
              <a:t> -Localización basada en Movimiento</a:t>
            </a:r>
          </a:p>
          <a:p>
            <a:pPr marL="146050" lvl="0" indent="0">
              <a:buSzPts val="1300"/>
            </a:pPr>
            <a:r>
              <a:rPr lang="es-ES" dirty="0"/>
              <a:t> -Transformación del Modelo Cinemático del robot diferencial</a:t>
            </a:r>
            <a:endParaRPr dirty="0"/>
          </a:p>
        </p:txBody>
      </p:sp>
      <p:sp>
        <p:nvSpPr>
          <p:cNvPr id="176" name="Google Shape;176;p30"/>
          <p:cNvSpPr txBox="1">
            <a:spLocks noGrp="1"/>
          </p:cNvSpPr>
          <p:nvPr>
            <p:ph type="title" idx="2"/>
          </p:nvPr>
        </p:nvSpPr>
        <p:spPr>
          <a:xfrm>
            <a:off x="4849170" y="1001125"/>
            <a:ext cx="2184676" cy="1814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05</a:t>
            </a:r>
            <a:endParaRPr dirty="0"/>
          </a:p>
        </p:txBody>
      </p:sp>
      <p:cxnSp>
        <p:nvCxnSpPr>
          <p:cNvPr id="177" name="Google Shape;177;p30"/>
          <p:cNvCxnSpPr/>
          <p:nvPr/>
        </p:nvCxnSpPr>
        <p:spPr>
          <a:xfrm rot="10800000" flipH="1">
            <a:off x="5001175" y="3111650"/>
            <a:ext cx="3425700" cy="2100"/>
          </a:xfrm>
          <a:prstGeom prst="straightConnector1">
            <a:avLst/>
          </a:prstGeom>
          <a:noFill/>
          <a:ln w="19050" cap="flat" cmpd="sng">
            <a:solidFill>
              <a:srgbClr val="F3F3F3"/>
            </a:solidFill>
            <a:prstDash val="solid"/>
            <a:round/>
            <a:headEnd type="oval" w="med" len="med"/>
            <a:tailEnd type="oval" w="med" len="med"/>
          </a:ln>
        </p:spPr>
      </p:cxnSp>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7"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PhD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2564093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56668" y="803001"/>
            <a:ext cx="0" cy="838230"/>
          </a:xfrm>
          <a:prstGeom prst="straightConnector1">
            <a:avLst/>
          </a:prstGeom>
          <a:noFill/>
          <a:ln w="19050" cap="flat" cmpd="sng">
            <a:solidFill>
              <a:srgbClr val="F3F3F3"/>
            </a:solidFill>
            <a:prstDash val="solid"/>
            <a:round/>
            <a:headEnd type="oval" w="med" len="med"/>
            <a:tailEnd type="oval" w="med" len="med"/>
          </a:ln>
        </p:spPr>
      </p:cxnSp>
      <mc:AlternateContent xmlns:mc="http://schemas.openxmlformats.org/markup-compatibility/2006" xmlns:a14="http://schemas.microsoft.com/office/drawing/2010/main">
        <mc:Choice Requires="a14">
          <p:sp>
            <p:nvSpPr>
              <p:cNvPr id="9" name="Google Shape;1762;p45"/>
              <p:cNvSpPr txBox="1">
                <a:spLocks/>
              </p:cNvSpPr>
              <p:nvPr/>
            </p:nvSpPr>
            <p:spPr>
              <a:xfrm>
                <a:off x="456667" y="1788344"/>
                <a:ext cx="8488039" cy="1011400"/>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800" b="1" dirty="0">
                    <a:solidFill>
                      <a:srgbClr val="FFFF00"/>
                    </a:solidFill>
                  </a:rPr>
                  <a:t>Caso Hipotético</a:t>
                </a:r>
                <a:r>
                  <a:rPr lang="es-ES" sz="1800" dirty="0">
                    <a:solidFill>
                      <a:schemeClr val="bg1">
                        <a:lumMod val="60000"/>
                        <a:lumOff val="40000"/>
                      </a:schemeClr>
                    </a:solidFill>
                  </a:rPr>
                  <a:t>: A partir del tópico </a:t>
                </a:r>
                <a:r>
                  <a:rPr lang="es-ES" sz="1800" b="1" dirty="0">
                    <a:solidFill>
                      <a:schemeClr val="tx2"/>
                    </a:solidFill>
                  </a:rPr>
                  <a:t>/</a:t>
                </a:r>
                <a:r>
                  <a:rPr lang="es-ES" sz="1800" b="1" dirty="0" err="1">
                    <a:solidFill>
                      <a:schemeClr val="tx2"/>
                    </a:solidFill>
                  </a:rPr>
                  <a:t>cmd_vel</a:t>
                </a:r>
                <a:r>
                  <a:rPr lang="es-ES" sz="1800" b="1" dirty="0">
                    <a:solidFill>
                      <a:schemeClr val="tx2"/>
                    </a:solidFill>
                  </a:rPr>
                  <a:t> </a:t>
                </a:r>
                <a:r>
                  <a:rPr lang="es-ES" sz="1800" dirty="0">
                    <a:solidFill>
                      <a:schemeClr val="bg1">
                        <a:lumMod val="60000"/>
                        <a:lumOff val="40000"/>
                      </a:schemeClr>
                    </a:solidFill>
                  </a:rPr>
                  <a:t>se publican las velocidades lineal </a:t>
                </a:r>
                <a14:m>
                  <m:oMath xmlns:m="http://schemas.openxmlformats.org/officeDocument/2006/math">
                    <m:r>
                      <a:rPr lang="es-ES" sz="1800" b="1" i="1" smtClean="0">
                        <a:solidFill>
                          <a:schemeClr val="tx2"/>
                        </a:solidFill>
                        <a:latin typeface="Cambria Math" panose="02040503050406030204" pitchFamily="18" charset="0"/>
                      </a:rPr>
                      <m:t>𝑽</m:t>
                    </m:r>
                  </m:oMath>
                </a14:m>
                <a:r>
                  <a:rPr lang="es-ES" sz="1800" b="1" dirty="0">
                    <a:solidFill>
                      <a:schemeClr val="tx2"/>
                    </a:solidFill>
                  </a:rPr>
                  <a:t> </a:t>
                </a:r>
                <a:r>
                  <a:rPr lang="es-ES" sz="1800" dirty="0">
                    <a:solidFill>
                      <a:schemeClr val="bg1">
                        <a:lumMod val="60000"/>
                        <a:lumOff val="40000"/>
                      </a:schemeClr>
                    </a:solidFill>
                  </a:rPr>
                  <a:t>y angular </a:t>
                </a:r>
                <a14:m>
                  <m:oMath xmlns:m="http://schemas.openxmlformats.org/officeDocument/2006/math">
                    <m:r>
                      <a:rPr lang="es-ES" sz="1800" b="1" i="1">
                        <a:solidFill>
                          <a:schemeClr val="tx2"/>
                        </a:solidFill>
                        <a:latin typeface="Cambria Math" panose="02040503050406030204" pitchFamily="18" charset="0"/>
                      </a:rPr>
                      <m:t>𝑾</m:t>
                    </m:r>
                  </m:oMath>
                </a14:m>
                <a:r>
                  <a:rPr lang="es-ES" sz="1800" dirty="0">
                    <a:solidFill>
                      <a:schemeClr val="bg1">
                        <a:lumMod val="60000"/>
                        <a:lumOff val="40000"/>
                      </a:schemeClr>
                    </a:solidFill>
                  </a:rPr>
                  <a:t>, las cuales son parámetros de entrada del nodo </a:t>
                </a:r>
                <a:r>
                  <a:rPr lang="es-ES" sz="1800" b="1" dirty="0" err="1">
                    <a:solidFill>
                      <a:schemeClr val="tx2"/>
                    </a:solidFill>
                  </a:rPr>
                  <a:t>Puzzlebot</a:t>
                </a:r>
                <a:r>
                  <a:rPr lang="es-ES" sz="1800" b="1" dirty="0">
                    <a:solidFill>
                      <a:schemeClr val="tx2"/>
                    </a:solidFill>
                  </a:rPr>
                  <a:t> Sim. </a:t>
                </a:r>
                <a:r>
                  <a:rPr lang="es-ES" sz="1800" dirty="0">
                    <a:solidFill>
                      <a:schemeClr val="bg1">
                        <a:lumMod val="60000"/>
                        <a:lumOff val="40000"/>
                      </a:schemeClr>
                    </a:solidFill>
                  </a:rPr>
                  <a:t>A la salida del nodo </a:t>
                </a:r>
                <a:r>
                  <a:rPr lang="es-ES" sz="1800" b="1" dirty="0" err="1">
                    <a:solidFill>
                      <a:schemeClr val="tx2"/>
                    </a:solidFill>
                  </a:rPr>
                  <a:t>Puzzlebot</a:t>
                </a:r>
                <a:r>
                  <a:rPr lang="es-ES" sz="1800" b="1" dirty="0">
                    <a:solidFill>
                      <a:schemeClr val="tx2"/>
                    </a:solidFill>
                  </a:rPr>
                  <a:t> Sim</a:t>
                </a:r>
                <a:r>
                  <a:rPr lang="es-ES" sz="1800" dirty="0">
                    <a:solidFill>
                      <a:schemeClr val="bg1">
                        <a:lumMod val="60000"/>
                        <a:lumOff val="40000"/>
                      </a:schemeClr>
                    </a:solidFill>
                  </a:rPr>
                  <a:t> obtenemos la pose y las velocidades angulares de las ruedas </a:t>
                </a:r>
                <a14:m>
                  <m:oMath xmlns:m="http://schemas.openxmlformats.org/officeDocument/2006/math">
                    <m:sSub>
                      <m:sSubPr>
                        <m:ctrlPr>
                          <a:rPr lang="en-GB" sz="1800" b="1" i="1">
                            <a:solidFill>
                              <a:schemeClr val="tx2"/>
                            </a:solidFill>
                            <a:latin typeface="Cambria Math" panose="02040503050406030204" pitchFamily="18" charset="0"/>
                          </a:rPr>
                        </m:ctrlPr>
                      </m:sSubPr>
                      <m:e>
                        <m:r>
                          <a:rPr lang="es-ES" sz="1800" b="1" i="1">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𝑹</m:t>
                        </m:r>
                        <m:r>
                          <a:rPr lang="es-ES" sz="1800" b="1" i="1">
                            <a:solidFill>
                              <a:schemeClr val="tx2"/>
                            </a:solidFill>
                            <a:latin typeface="Cambria Math" panose="02040503050406030204" pitchFamily="18" charset="0"/>
                          </a:rPr>
                          <m:t>  </m:t>
                        </m:r>
                      </m:sub>
                    </m:sSub>
                  </m:oMath>
                </a14:m>
                <a:r>
                  <a:rPr lang="es-ES" sz="1800" dirty="0">
                    <a:solidFill>
                      <a:schemeClr val="bg1">
                        <a:lumMod val="60000"/>
                        <a:lumOff val="40000"/>
                      </a:schemeClr>
                    </a:solidFill>
                  </a:rPr>
                  <a:t>y </a:t>
                </a:r>
                <a14:m>
                  <m:oMath xmlns:m="http://schemas.openxmlformats.org/officeDocument/2006/math">
                    <m:sSub>
                      <m:sSubPr>
                        <m:ctrlPr>
                          <a:rPr lang="en-GB" sz="1800" b="1" i="1">
                            <a:solidFill>
                              <a:schemeClr val="tx2"/>
                            </a:solidFill>
                            <a:latin typeface="Cambria Math" panose="02040503050406030204" pitchFamily="18" charset="0"/>
                          </a:rPr>
                        </m:ctrlPr>
                      </m:sSubPr>
                      <m:e>
                        <m:r>
                          <a:rPr lang="es-ES" sz="1800" b="1" i="1">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𝑳</m:t>
                        </m:r>
                        <m:r>
                          <a:rPr lang="es-ES" sz="1800" b="1" i="1">
                            <a:solidFill>
                              <a:schemeClr val="tx2"/>
                            </a:solidFill>
                            <a:latin typeface="Cambria Math" panose="02040503050406030204" pitchFamily="18" charset="0"/>
                          </a:rPr>
                          <m:t>  </m:t>
                        </m:r>
                      </m:sub>
                    </m:sSub>
                  </m:oMath>
                </a14:m>
                <a:r>
                  <a:rPr lang="es-ES" sz="1800" dirty="0">
                    <a:solidFill>
                      <a:schemeClr val="bg1">
                        <a:lumMod val="60000"/>
                        <a:lumOff val="40000"/>
                      </a:schemeClr>
                    </a:solidFill>
                  </a:rPr>
                  <a:t>.</a:t>
                </a:r>
                <a:endParaRPr lang="en-US" sz="1800" b="1" dirty="0">
                  <a:solidFill>
                    <a:schemeClr val="tx2"/>
                  </a:solidFill>
                </a:endParaRPr>
              </a:p>
            </p:txBody>
          </p:sp>
        </mc:Choice>
        <mc:Fallback xmlns="">
          <p:sp>
            <p:nvSpPr>
              <p:cNvPr id="9" name="Google Shape;1762;p45"/>
              <p:cNvSpPr txBox="1">
                <a:spLocks noRot="1" noChangeAspect="1" noMove="1" noResize="1" noEditPoints="1" noAdjustHandles="1" noChangeArrowheads="1" noChangeShapeType="1" noTextEdit="1"/>
              </p:cNvSpPr>
              <p:nvPr/>
            </p:nvSpPr>
            <p:spPr>
              <a:xfrm>
                <a:off x="456667" y="1788344"/>
                <a:ext cx="8488039" cy="1011400"/>
              </a:xfrm>
              <a:prstGeom prst="rect">
                <a:avLst/>
              </a:prstGeom>
              <a:blipFill>
                <a:blip r:embed="rId4"/>
                <a:stretch>
                  <a:fillRect t="-8434" r="-575" b="-33735"/>
                </a:stretch>
              </a:blipFill>
              <a:ln>
                <a:noFill/>
              </a:ln>
            </p:spPr>
            <p:txBody>
              <a:bodyPr/>
              <a:lstStyle/>
              <a:p>
                <a:r>
                  <a:rPr lang="es-MX">
                    <a:noFill/>
                  </a:rPr>
                  <a:t> </a:t>
                </a:r>
              </a:p>
            </p:txBody>
          </p:sp>
        </mc:Fallback>
      </mc:AlternateContent>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0728" y="661197"/>
            <a:ext cx="8321167"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lang="en-US" sz="3000" b="1" dirty="0" err="1">
                <a:solidFill>
                  <a:srgbClr val="F3F3F3"/>
                </a:solidFill>
                <a:latin typeface="Rajdhani"/>
                <a:ea typeface="Rajdhani"/>
                <a:cs typeface="Rajdhani"/>
                <a:sym typeface="Rajdhani"/>
              </a:rPr>
              <a:t>Localización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basada</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en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movimiento</a:t>
            </a:r>
            <a:r>
              <a:rPr lang="en-US" sz="3000" b="1" dirty="0">
                <a:solidFill>
                  <a:srgbClr val="F3F3F3"/>
                </a:solidFill>
                <a:latin typeface="Rajdhani"/>
                <a:ea typeface="Rajdhani"/>
                <a:cs typeface="Rajdhani"/>
                <a:sym typeface="Rajdhani"/>
              </a:rPr>
              <a:t> </a:t>
            </a: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Pose y Velocidades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angulares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las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ruedas</a:t>
            </a:r>
            <a:endParaRPr lang="en-US" sz="3000" b="1" dirty="0">
              <a:solidFill>
                <a:schemeClr val="bg1">
                  <a:lumMod val="60000"/>
                  <a:lumOff val="40000"/>
                </a:schemeClr>
              </a:solidFill>
              <a:latin typeface="Rajdhani"/>
              <a:ea typeface="Rajdhani"/>
              <a:cs typeface="Rajdhani"/>
              <a:sym typeface="Rajdhani"/>
            </a:endParaRPr>
          </a:p>
        </p:txBody>
      </p:sp>
      <p:pic>
        <p:nvPicPr>
          <p:cNvPr id="4" name="Imagen 3">
            <a:extLst>
              <a:ext uri="{FF2B5EF4-FFF2-40B4-BE49-F238E27FC236}">
                <a16:creationId xmlns:a16="http://schemas.microsoft.com/office/drawing/2014/main" id="{7769F786-E39D-B4DE-1287-77D4B2BDC324}"/>
              </a:ext>
            </a:extLst>
          </p:cNvPr>
          <p:cNvPicPr>
            <a:picLocks noChangeAspect="1"/>
          </p:cNvPicPr>
          <p:nvPr/>
        </p:nvPicPr>
        <p:blipFill>
          <a:blip r:embed="rId5"/>
          <a:stretch>
            <a:fillRect/>
          </a:stretch>
        </p:blipFill>
        <p:spPr>
          <a:xfrm>
            <a:off x="1960178" y="2992474"/>
            <a:ext cx="5351375" cy="1815403"/>
          </a:xfrm>
          <a:prstGeom prst="rect">
            <a:avLst/>
          </a:prstGeom>
        </p:spPr>
      </p:pic>
      <mc:AlternateContent xmlns:mc="http://schemas.openxmlformats.org/markup-compatibility/2006" xmlns:a14="http://schemas.microsoft.com/office/drawing/2010/main">
        <mc:Choice Requires="a14">
          <p:sp>
            <p:nvSpPr>
              <p:cNvPr id="10" name="CuadroTexto 9">
                <a:extLst>
                  <a:ext uri="{FF2B5EF4-FFF2-40B4-BE49-F238E27FC236}">
                    <a16:creationId xmlns:a16="http://schemas.microsoft.com/office/drawing/2014/main" id="{BF8F7839-5C22-0B25-3E93-BE83E042F2CC}"/>
                  </a:ext>
                </a:extLst>
              </p:cNvPr>
              <p:cNvSpPr txBox="1"/>
              <p:nvPr/>
            </p:nvSpPr>
            <p:spPr>
              <a:xfrm>
                <a:off x="2347039" y="3161370"/>
                <a:ext cx="867508" cy="46166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400" b="1" i="1" smtClean="0">
                          <a:solidFill>
                            <a:schemeClr val="bg1">
                              <a:lumMod val="60000"/>
                              <a:lumOff val="40000"/>
                            </a:schemeClr>
                          </a:solidFill>
                          <a:latin typeface="Cambria Math" panose="02040503050406030204" pitchFamily="18" charset="0"/>
                        </a:rPr>
                        <m:t>𝑽</m:t>
                      </m:r>
                    </m:oMath>
                  </m:oMathPara>
                </a14:m>
                <a:endParaRPr lang="es-MX" sz="2400" dirty="0">
                  <a:solidFill>
                    <a:schemeClr val="bg1">
                      <a:lumMod val="60000"/>
                      <a:lumOff val="40000"/>
                    </a:schemeClr>
                  </a:solidFill>
                </a:endParaRPr>
              </a:p>
            </p:txBody>
          </p:sp>
        </mc:Choice>
        <mc:Fallback xmlns="">
          <p:sp>
            <p:nvSpPr>
              <p:cNvPr id="10" name="CuadroTexto 9">
                <a:extLst>
                  <a:ext uri="{FF2B5EF4-FFF2-40B4-BE49-F238E27FC236}">
                    <a16:creationId xmlns:a16="http://schemas.microsoft.com/office/drawing/2014/main" id="{BF8F7839-5C22-0B25-3E93-BE83E042F2CC}"/>
                  </a:ext>
                </a:extLst>
              </p:cNvPr>
              <p:cNvSpPr txBox="1">
                <a:spLocks noRot="1" noChangeAspect="1" noMove="1" noResize="1" noEditPoints="1" noAdjustHandles="1" noChangeArrowheads="1" noChangeShapeType="1" noTextEdit="1"/>
              </p:cNvSpPr>
              <p:nvPr/>
            </p:nvSpPr>
            <p:spPr>
              <a:xfrm>
                <a:off x="2347039" y="3161370"/>
                <a:ext cx="867508" cy="461665"/>
              </a:xfrm>
              <a:prstGeom prst="rect">
                <a:avLst/>
              </a:prstGeom>
              <a:blipFill>
                <a:blip r:embed="rId6"/>
                <a:stretch>
                  <a:fillRect/>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14" name="CuadroTexto 13">
                <a:extLst>
                  <a:ext uri="{FF2B5EF4-FFF2-40B4-BE49-F238E27FC236}">
                    <a16:creationId xmlns:a16="http://schemas.microsoft.com/office/drawing/2014/main" id="{966D92A3-9257-F9FC-B30F-A0AA3C241AB3}"/>
                  </a:ext>
                </a:extLst>
              </p:cNvPr>
              <p:cNvSpPr txBox="1"/>
              <p:nvPr/>
            </p:nvSpPr>
            <p:spPr>
              <a:xfrm>
                <a:off x="2030516" y="3962878"/>
                <a:ext cx="1500554" cy="40011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s-ES" sz="2000" b="1" i="1" smtClean="0">
                          <a:solidFill>
                            <a:schemeClr val="bg1">
                              <a:lumMod val="60000"/>
                              <a:lumOff val="40000"/>
                            </a:schemeClr>
                          </a:solidFill>
                          <a:latin typeface="Cambria Math" panose="02040503050406030204" pitchFamily="18" charset="0"/>
                        </a:rPr>
                        <m:t>𝑾</m:t>
                      </m:r>
                    </m:oMath>
                  </m:oMathPara>
                </a14:m>
                <a:endParaRPr lang="es-MX" sz="2000" dirty="0">
                  <a:solidFill>
                    <a:schemeClr val="bg1">
                      <a:lumMod val="60000"/>
                      <a:lumOff val="40000"/>
                    </a:schemeClr>
                  </a:solidFill>
                </a:endParaRPr>
              </a:p>
            </p:txBody>
          </p:sp>
        </mc:Choice>
        <mc:Fallback xmlns="">
          <p:sp>
            <p:nvSpPr>
              <p:cNvPr id="14" name="CuadroTexto 13">
                <a:extLst>
                  <a:ext uri="{FF2B5EF4-FFF2-40B4-BE49-F238E27FC236}">
                    <a16:creationId xmlns:a16="http://schemas.microsoft.com/office/drawing/2014/main" id="{966D92A3-9257-F9FC-B30F-A0AA3C241AB3}"/>
                  </a:ext>
                </a:extLst>
              </p:cNvPr>
              <p:cNvSpPr txBox="1">
                <a:spLocks noRot="1" noChangeAspect="1" noMove="1" noResize="1" noEditPoints="1" noAdjustHandles="1" noChangeArrowheads="1" noChangeShapeType="1" noTextEdit="1"/>
              </p:cNvSpPr>
              <p:nvPr/>
            </p:nvSpPr>
            <p:spPr>
              <a:xfrm>
                <a:off x="2030516" y="3962878"/>
                <a:ext cx="1500554" cy="400110"/>
              </a:xfrm>
              <a:prstGeom prst="rect">
                <a:avLst/>
              </a:prstGeom>
              <a:blipFill>
                <a:blip r:embed="rId7"/>
                <a:stretch>
                  <a:fillRect/>
                </a:stretch>
              </a:blipFill>
            </p:spPr>
            <p:txBody>
              <a:bodyPr/>
              <a:lstStyle/>
              <a:p>
                <a:r>
                  <a:rPr lang="es-MX">
                    <a:noFill/>
                  </a:rPr>
                  <a:t> </a:t>
                </a:r>
              </a:p>
            </p:txBody>
          </p:sp>
        </mc:Fallback>
      </mc:AlternateContent>
    </p:spTree>
    <p:extLst>
      <p:ext uri="{BB962C8B-B14F-4D97-AF65-F5344CB8AC3E}">
        <p14:creationId xmlns:p14="http://schemas.microsoft.com/office/powerpoint/2010/main" val="38299010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45"/>
        <p:cNvGrpSpPr/>
        <p:nvPr/>
      </p:nvGrpSpPr>
      <p:grpSpPr>
        <a:xfrm>
          <a:off x="0" y="0"/>
          <a:ext cx="0" cy="0"/>
          <a:chOff x="0" y="0"/>
          <a:chExt cx="0" cy="0"/>
        </a:xfrm>
      </p:grpSpPr>
      <p:pic>
        <p:nvPicPr>
          <p:cNvPr id="6"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cxnSp>
        <p:nvCxnSpPr>
          <p:cNvPr id="8" name="Google Shape;137;p27"/>
          <p:cNvCxnSpPr>
            <a:cxnSpLocks/>
          </p:cNvCxnSpPr>
          <p:nvPr/>
        </p:nvCxnSpPr>
        <p:spPr>
          <a:xfrm>
            <a:off x="456668" y="803001"/>
            <a:ext cx="0" cy="838230"/>
          </a:xfrm>
          <a:prstGeom prst="straightConnector1">
            <a:avLst/>
          </a:prstGeom>
          <a:noFill/>
          <a:ln w="19050" cap="flat" cmpd="sng">
            <a:solidFill>
              <a:srgbClr val="F3F3F3"/>
            </a:solidFill>
            <a:prstDash val="solid"/>
            <a:round/>
            <a:headEnd type="oval" w="med" len="med"/>
            <a:tailEnd type="oval" w="med" len="med"/>
          </a:ln>
        </p:spPr>
      </p:cxnSp>
      <p:sp>
        <p:nvSpPr>
          <p:cNvPr id="9" name="Google Shape;1762;p45"/>
          <p:cNvSpPr txBox="1">
            <a:spLocks/>
          </p:cNvSpPr>
          <p:nvPr/>
        </p:nvSpPr>
        <p:spPr>
          <a:xfrm>
            <a:off x="456668" y="1444183"/>
            <a:ext cx="8312189" cy="572700"/>
          </a:xfrm>
          <a:prstGeom prst="rect">
            <a:avLst/>
          </a:prstGeom>
          <a:noFill/>
          <a:ln>
            <a:noFill/>
          </a:ln>
        </p:spPr>
        <p:txBody>
          <a:bodyPr spcFirstLastPara="1" wrap="square" lIns="91425" tIns="274300" rIns="91425" bIns="91425" anchor="ctr" anchorCtr="0">
            <a:noAutofit/>
          </a:bodyPr>
          <a:lstStyle>
            <a:defPPr marR="0" lvl="0" algn="l" rtl="0">
              <a:lnSpc>
                <a:spcPct val="100000"/>
              </a:lnSpc>
              <a:spcBef>
                <a:spcPts val="0"/>
              </a:spcBef>
              <a:spcAft>
                <a:spcPts val="0"/>
              </a:spcAft>
            </a:defPPr>
            <a:lvl1pPr marL="457200" marR="0" lvl="0" indent="-304800" algn="l" rtl="0">
              <a:lnSpc>
                <a:spcPct val="115000"/>
              </a:lnSpc>
              <a:spcBef>
                <a:spcPts val="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304800" algn="l" rtl="0">
              <a:lnSpc>
                <a:spcPct val="115000"/>
              </a:lnSpc>
              <a:spcBef>
                <a:spcPts val="1600"/>
              </a:spcBef>
              <a:spcAft>
                <a:spcPts val="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304800" algn="l" rtl="0">
              <a:lnSpc>
                <a:spcPct val="115000"/>
              </a:lnSpc>
              <a:spcBef>
                <a:spcPts val="1600"/>
              </a:spcBef>
              <a:spcAft>
                <a:spcPts val="1600"/>
              </a:spcAft>
              <a:buClr>
                <a:srgbClr val="F3F3F3"/>
              </a:buClr>
              <a:buSzPts val="1200"/>
              <a:buFont typeface="Fira Sans Condensed Light"/>
              <a:buChar char="■"/>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152400" indent="0" algn="just">
              <a:buNone/>
            </a:pPr>
            <a:r>
              <a:rPr lang="es-ES" sz="1800" dirty="0">
                <a:solidFill>
                  <a:schemeClr val="bg1">
                    <a:lumMod val="60000"/>
                    <a:lumOff val="40000"/>
                  </a:schemeClr>
                </a:solidFill>
              </a:rPr>
              <a:t>La transformación de interna del nodo se muestra a continuación:</a:t>
            </a:r>
            <a:endParaRPr lang="en-US" sz="1800" b="1" dirty="0">
              <a:solidFill>
                <a:schemeClr val="tx2"/>
              </a:solidFill>
            </a:endParaRPr>
          </a:p>
        </p:txBody>
      </p:sp>
      <p:sp>
        <p:nvSpPr>
          <p:cNvPr id="7" name="Google Shape;136;p27"/>
          <p:cNvSpPr txBox="1">
            <a:spLocks/>
          </p:cNvSpPr>
          <p:nvPr/>
        </p:nvSpPr>
        <p:spPr>
          <a:xfrm>
            <a:off x="283779" y="4922784"/>
            <a:ext cx="3352799" cy="220716"/>
          </a:xfrm>
          <a:prstGeom prst="rect">
            <a:avLst/>
          </a:prstGeom>
        </p:spPr>
        <p:txBody>
          <a:bodyPr spcFirstLastPara="1" wrap="square" lIns="91425" tIns="91425" rIns="91425"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sym typeface="Arial"/>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sym typeface="Arial"/>
              </a:rPr>
              <a:t> Alfredo García Suárez</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br>
              <a:rPr kumimoji="0" lang="es-ES" sz="1400" b="0" i="0" u="none" strike="noStrike" kern="0" cap="none" spc="0" normalizeH="0" baseline="0" noProof="0" dirty="0">
                <a:ln>
                  <a:noFill/>
                </a:ln>
                <a:solidFill>
                  <a:srgbClr val="000000"/>
                </a:solidFill>
                <a:effectLst/>
                <a:uLnTx/>
                <a:uFillTx/>
                <a:latin typeface="Arial"/>
                <a:ea typeface="Arial"/>
                <a:cs typeface="Arial"/>
                <a:sym typeface="Arial"/>
              </a:rPr>
            </a:br>
            <a:endParaRPr kumimoji="0" lang="es-ES"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2" name="Google Shape;699;p36">
            <a:extLst>
              <a:ext uri="{FF2B5EF4-FFF2-40B4-BE49-F238E27FC236}">
                <a16:creationId xmlns:a16="http://schemas.microsoft.com/office/drawing/2014/main" id="{C1C44E94-8FBF-1BD1-40DF-1EBB8741CCEC}"/>
              </a:ext>
            </a:extLst>
          </p:cNvPr>
          <p:cNvSpPr txBox="1">
            <a:spLocks/>
          </p:cNvSpPr>
          <p:nvPr/>
        </p:nvSpPr>
        <p:spPr>
          <a:xfrm>
            <a:off x="530728" y="661196"/>
            <a:ext cx="8531209" cy="1013669"/>
          </a:xfrm>
          <a:prstGeom prst="rect">
            <a:avLst/>
          </a:prstGeom>
          <a:noFill/>
          <a:ln>
            <a:noFill/>
          </a:ln>
        </p:spPr>
        <p:txBody>
          <a:bodyPr spcFirstLastPara="1" wrap="square" lIns="91425" tIns="91425" rIns="91425" bIns="91425" anchor="t" anchorCtr="0">
            <a:noAutofit/>
          </a:bodyPr>
          <a:lstStyle/>
          <a:p>
            <a:pPr>
              <a:buClr>
                <a:srgbClr val="F3F3F3"/>
              </a:buClr>
              <a:buSzPts val="3000"/>
              <a:defRPr/>
            </a:pPr>
            <a:r>
              <a:rPr lang="en-US" sz="3000" b="1" dirty="0" err="1">
                <a:solidFill>
                  <a:srgbClr val="F3F3F3"/>
                </a:solidFill>
                <a:latin typeface="Rajdhani"/>
                <a:ea typeface="Rajdhani"/>
                <a:cs typeface="Rajdhani"/>
                <a:sym typeface="Rajdhani"/>
              </a:rPr>
              <a:t>Localización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basada</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en</a:t>
            </a:r>
            <a:r>
              <a:rPr lang="en-US" sz="3000" b="1" dirty="0">
                <a:solidFill>
                  <a:srgbClr val="F3F3F3"/>
                </a:solidFill>
                <a:latin typeface="Rajdhani"/>
                <a:ea typeface="Rajdhani"/>
                <a:cs typeface="Rajdhani"/>
                <a:sym typeface="Rajdhani"/>
              </a:rPr>
              <a:t> </a:t>
            </a:r>
            <a:r>
              <a:rPr lang="en-US" sz="3000" b="1" dirty="0" err="1">
                <a:solidFill>
                  <a:srgbClr val="F3F3F3"/>
                </a:solidFill>
                <a:latin typeface="Rajdhani"/>
                <a:ea typeface="Rajdhani"/>
                <a:cs typeface="Rajdhani"/>
                <a:sym typeface="Rajdhani"/>
              </a:rPr>
              <a:t>movimiento</a:t>
            </a:r>
            <a:r>
              <a:rPr lang="en-US" sz="3000" b="1" dirty="0">
                <a:solidFill>
                  <a:srgbClr val="F3F3F3"/>
                </a:solidFill>
                <a:latin typeface="Rajdhani"/>
                <a:ea typeface="Rajdhani"/>
                <a:cs typeface="Rajdhani"/>
                <a:sym typeface="Rajdhani"/>
              </a:rPr>
              <a:t> </a:t>
            </a:r>
          </a:p>
          <a:p>
            <a:pPr>
              <a:buClr>
                <a:srgbClr val="F3F3F3"/>
              </a:buClr>
              <a:buSzPts val="3000"/>
              <a:defRPr/>
            </a:pP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Pose y Velocidades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angulares</a:t>
            </a:r>
            <a:r>
              <a:rPr kumimoji="0" lang="en-U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rPr>
              <a:t> de las </a:t>
            </a:r>
            <a:r>
              <a:rPr kumimoji="0" lang="en-US" sz="3000" b="1" i="0" u="none" strike="noStrike" kern="0" cap="none" spc="0" normalizeH="0" baseline="0" noProof="0" dirty="0" err="1">
                <a:ln>
                  <a:noFill/>
                </a:ln>
                <a:solidFill>
                  <a:schemeClr val="bg1">
                    <a:lumMod val="60000"/>
                    <a:lumOff val="40000"/>
                  </a:schemeClr>
                </a:solidFill>
                <a:effectLst/>
                <a:uLnTx/>
                <a:uFillTx/>
                <a:latin typeface="Rajdhani"/>
                <a:ea typeface="Rajdhani"/>
                <a:cs typeface="Rajdhani"/>
                <a:sym typeface="Rajdhani"/>
              </a:rPr>
              <a:t>ruedas</a:t>
            </a:r>
            <a:endParaRPr lang="en-US" sz="3000" b="1" dirty="0">
              <a:solidFill>
                <a:schemeClr val="bg1">
                  <a:lumMod val="60000"/>
                  <a:lumOff val="40000"/>
                </a:schemeClr>
              </a:solidFill>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bg1">
                  <a:lumMod val="60000"/>
                  <a:lumOff val="40000"/>
                </a:schemeClr>
              </a:solidFill>
              <a:effectLst/>
              <a:uLnTx/>
              <a:uFillTx/>
              <a:latin typeface="Rajdhani"/>
              <a:ea typeface="Rajdhani"/>
              <a:cs typeface="Rajdhani"/>
              <a:sym typeface="Rajdhani"/>
            </a:endParaRPr>
          </a:p>
        </p:txBody>
      </p:sp>
      <p:pic>
        <p:nvPicPr>
          <p:cNvPr id="16" name="Imagen 15">
            <a:extLst>
              <a:ext uri="{FF2B5EF4-FFF2-40B4-BE49-F238E27FC236}">
                <a16:creationId xmlns:a16="http://schemas.microsoft.com/office/drawing/2014/main" id="{D24F2383-1FFA-1970-1C39-E64DD94228B2}"/>
              </a:ext>
            </a:extLst>
          </p:cNvPr>
          <p:cNvPicPr>
            <a:picLocks noChangeAspect="1"/>
          </p:cNvPicPr>
          <p:nvPr/>
        </p:nvPicPr>
        <p:blipFill>
          <a:blip r:embed="rId4"/>
          <a:stretch>
            <a:fillRect/>
          </a:stretch>
        </p:blipFill>
        <p:spPr>
          <a:xfrm>
            <a:off x="3636578" y="2077563"/>
            <a:ext cx="5258534" cy="2867425"/>
          </a:xfrm>
          <a:prstGeom prst="rect">
            <a:avLst/>
          </a:prstGeom>
        </p:spPr>
      </p:pic>
      <mc:AlternateContent xmlns:mc="http://schemas.openxmlformats.org/markup-compatibility/2006" xmlns:a14="http://schemas.microsoft.com/office/drawing/2010/main">
        <mc:Choice Requires="a14">
          <p:sp>
            <p:nvSpPr>
              <p:cNvPr id="18" name="CuadroTexto 17">
                <a:extLst>
                  <a:ext uri="{FF2B5EF4-FFF2-40B4-BE49-F238E27FC236}">
                    <a16:creationId xmlns:a16="http://schemas.microsoft.com/office/drawing/2014/main" id="{BD54AB5B-575E-3AF8-E814-3318B49CE9AF}"/>
                  </a:ext>
                </a:extLst>
              </p:cNvPr>
              <p:cNvSpPr txBox="1"/>
              <p:nvPr/>
            </p:nvSpPr>
            <p:spPr>
              <a:xfrm>
                <a:off x="699945" y="2332831"/>
                <a:ext cx="1808791" cy="882870"/>
              </a:xfrm>
              <a:prstGeom prst="rect">
                <a:avLst/>
              </a:prstGeom>
              <a:noFill/>
            </p:spPr>
            <p:txBody>
              <a:bodyPr wrap="square">
                <a:spAutoFit/>
              </a:bodyPr>
              <a:lstStyle/>
              <a:p>
                <a14:m>
                  <m:oMath xmlns:m="http://schemas.openxmlformats.org/officeDocument/2006/math">
                    <m:d>
                      <m:dPr>
                        <m:begChr m:val="["/>
                        <m:endChr m:val="]"/>
                        <m:ctrlPr>
                          <a:rPr lang="es-ES" sz="1800" i="1" u="none" strike="noStrike" baseline="0" smtClean="0">
                            <a:solidFill>
                              <a:schemeClr val="tx2"/>
                            </a:solidFill>
                            <a:latin typeface="Cambria Math" panose="02040503050406030204" pitchFamily="18" charset="0"/>
                          </a:rPr>
                        </m:ctrlPr>
                      </m:dPr>
                      <m:e>
                        <m:m>
                          <m:mPr>
                            <m:mcs>
                              <m:mc>
                                <m:mcPr>
                                  <m:count m:val="1"/>
                                  <m:mcJc m:val="center"/>
                                </m:mcPr>
                              </m:mc>
                            </m:mcs>
                            <m:ctrlPr>
                              <a:rPr lang="es-ES" sz="1800" i="1">
                                <a:solidFill>
                                  <a:schemeClr val="tx2"/>
                                </a:solidFill>
                                <a:latin typeface="Cambria Math" panose="02040503050406030204" pitchFamily="18" charset="0"/>
                              </a:rPr>
                            </m:ctrlPr>
                          </m:mPr>
                          <m:mr>
                            <m:e>
                              <m:acc>
                                <m:accPr>
                                  <m:chr m:val="̇"/>
                                  <m:ctrlPr>
                                    <a:rPr lang="en-GB" sz="1800" i="1">
                                      <a:solidFill>
                                        <a:schemeClr val="tx2"/>
                                      </a:solidFill>
                                      <a:latin typeface="Cambria Math" panose="02040503050406030204" pitchFamily="18" charset="0"/>
                                    </a:rPr>
                                  </m:ctrlPr>
                                </m:accPr>
                                <m:e>
                                  <m:r>
                                    <a:rPr lang="es-ES" sz="1800" b="0" i="1">
                                      <a:solidFill>
                                        <a:schemeClr val="tx2"/>
                                      </a:solidFill>
                                      <a:latin typeface="Cambria Math" panose="02040503050406030204" pitchFamily="18" charset="0"/>
                                    </a:rPr>
                                    <m:t>𝑥</m:t>
                                  </m:r>
                                </m:e>
                              </m:acc>
                            </m:e>
                          </m:mr>
                          <m:mr>
                            <m:e>
                              <m:acc>
                                <m:accPr>
                                  <m:chr m:val="̇"/>
                                  <m:ctrlPr>
                                    <a:rPr lang="en-GB" sz="1800" i="1">
                                      <a:solidFill>
                                        <a:schemeClr val="tx2"/>
                                      </a:solidFill>
                                      <a:latin typeface="Cambria Math" panose="02040503050406030204" pitchFamily="18" charset="0"/>
                                    </a:rPr>
                                  </m:ctrlPr>
                                </m:accPr>
                                <m:e>
                                  <m:r>
                                    <a:rPr lang="es-ES" sz="1800" b="0" i="1">
                                      <a:solidFill>
                                        <a:schemeClr val="tx2"/>
                                      </a:solidFill>
                                      <a:latin typeface="Cambria Math" panose="02040503050406030204" pitchFamily="18" charset="0"/>
                                    </a:rPr>
                                    <m:t>𝑦</m:t>
                                  </m:r>
                                </m:e>
                              </m:acc>
                            </m:e>
                          </m:mr>
                          <m:mr>
                            <m:e>
                              <m:acc>
                                <m:accPr>
                                  <m:chr m:val="̇"/>
                                  <m:ctrlPr>
                                    <a:rPr lang="en-GB" sz="1800" i="1" smtClean="0">
                                      <a:solidFill>
                                        <a:schemeClr val="tx2"/>
                                      </a:solidFill>
                                      <a:latin typeface="Cambria Math" panose="02040503050406030204" pitchFamily="18" charset="0"/>
                                    </a:rPr>
                                  </m:ctrlPr>
                                </m:accPr>
                                <m:e>
                                  <m:r>
                                    <a:rPr lang="el-GR" sz="1800" i="1" dirty="0">
                                      <a:solidFill>
                                        <a:schemeClr val="tx2"/>
                                      </a:solidFill>
                                      <a:latin typeface="Cambria Math" panose="02040503050406030204" pitchFamily="18" charset="0"/>
                                    </a:rPr>
                                    <m:t>𝜃</m:t>
                                  </m:r>
                                </m:e>
                              </m:acc>
                            </m:e>
                          </m:mr>
                        </m:m>
                      </m:e>
                    </m:d>
                  </m:oMath>
                </a14:m>
                <a:r>
                  <a:rPr lang="es-ES" sz="1800" i="1" u="none" strike="noStrike" baseline="0" dirty="0">
                    <a:solidFill>
                      <a:schemeClr val="tx2"/>
                    </a:solidFill>
                    <a:latin typeface="CambriaMath"/>
                  </a:rPr>
                  <a:t> = </a:t>
                </a:r>
                <a14:m>
                  <m:oMath xmlns:m="http://schemas.openxmlformats.org/officeDocument/2006/math">
                    <m:d>
                      <m:dPr>
                        <m:begChr m:val="["/>
                        <m:endChr m:val="]"/>
                        <m:ctrlPr>
                          <a:rPr lang="es-ES" sz="1800" i="1">
                            <a:solidFill>
                              <a:schemeClr val="tx2"/>
                            </a:solidFill>
                            <a:latin typeface="Cambria Math" panose="02040503050406030204" pitchFamily="18" charset="0"/>
                          </a:rPr>
                        </m:ctrlPr>
                      </m:dPr>
                      <m:e>
                        <m:m>
                          <m:mPr>
                            <m:mcs>
                              <m:mc>
                                <m:mcPr>
                                  <m:count m:val="1"/>
                                  <m:mcJc m:val="center"/>
                                </m:mcPr>
                              </m:mc>
                            </m:mcs>
                            <m:ctrlPr>
                              <a:rPr lang="es-ES" sz="1800" i="1">
                                <a:solidFill>
                                  <a:schemeClr val="tx2"/>
                                </a:solidFill>
                                <a:latin typeface="Cambria Math" panose="02040503050406030204" pitchFamily="18" charset="0"/>
                              </a:rPr>
                            </m:ctrlPr>
                          </m:mPr>
                          <m:mr>
                            <m:e>
                              <m:r>
                                <m:rPr>
                                  <m:nor/>
                                </m:rPr>
                                <a:rPr lang="es-ES" sz="1800" i="1" dirty="0">
                                  <a:solidFill>
                                    <a:schemeClr val="tx2"/>
                                  </a:solidFill>
                                  <a:latin typeface="CambriaMath"/>
                                </a:rPr>
                                <m:t>V</m:t>
                              </m:r>
                              <m:r>
                                <m:rPr>
                                  <m:nor/>
                                </m:rPr>
                                <a:rPr lang="es-ES" sz="1800" i="1" dirty="0">
                                  <a:solidFill>
                                    <a:schemeClr val="tx2"/>
                                  </a:solidFill>
                                  <a:latin typeface="CambriaMath"/>
                                </a:rPr>
                                <m:t>∗</m:t>
                              </m:r>
                              <m:r>
                                <m:rPr>
                                  <m:nor/>
                                </m:rPr>
                                <a:rPr lang="es-ES" sz="1800" i="1" dirty="0">
                                  <a:solidFill>
                                    <a:schemeClr val="tx2"/>
                                  </a:solidFill>
                                  <a:latin typeface="CambriaMath"/>
                                </a:rPr>
                                <m:t>cos</m:t>
                              </m:r>
                              <m:r>
                                <m:rPr>
                                  <m:nor/>
                                </m:rPr>
                                <a:rPr lang="es-ES" sz="1800" i="1" dirty="0">
                                  <a:solidFill>
                                    <a:schemeClr val="tx2"/>
                                  </a:solidFill>
                                  <a:latin typeface="CambriaMath"/>
                                </a:rPr>
                                <m:t>(</m:t>
                              </m:r>
                              <m:r>
                                <a:rPr lang="el-GR" sz="1800" i="1" dirty="0">
                                  <a:solidFill>
                                    <a:schemeClr val="tx2"/>
                                  </a:solidFill>
                                  <a:latin typeface="Cambria Math" panose="02040503050406030204" pitchFamily="18" charset="0"/>
                                </a:rPr>
                                <m:t>𝜃</m:t>
                              </m:r>
                              <m:r>
                                <m:rPr>
                                  <m:nor/>
                                </m:rPr>
                                <a:rPr lang="es-ES" sz="1800" i="1" dirty="0">
                                  <a:solidFill>
                                    <a:schemeClr val="tx2"/>
                                  </a:solidFill>
                                  <a:latin typeface="CambriaMath"/>
                                </a:rPr>
                                <m:t>) </m:t>
                              </m:r>
                            </m:e>
                          </m:mr>
                          <m:mr>
                            <m:e>
                              <m:r>
                                <m:rPr>
                                  <m:nor/>
                                </m:rPr>
                                <a:rPr lang="es-ES" sz="1800" i="1" dirty="0">
                                  <a:solidFill>
                                    <a:schemeClr val="tx2"/>
                                  </a:solidFill>
                                  <a:latin typeface="CambriaMath"/>
                                </a:rPr>
                                <m:t>V</m:t>
                              </m:r>
                              <m:r>
                                <m:rPr>
                                  <m:nor/>
                                </m:rPr>
                                <a:rPr lang="es-ES" sz="1800" i="1" dirty="0">
                                  <a:solidFill>
                                    <a:schemeClr val="tx2"/>
                                  </a:solidFill>
                                  <a:latin typeface="CambriaMath"/>
                                </a:rPr>
                                <m:t>∗</m:t>
                              </m:r>
                              <m:r>
                                <m:rPr>
                                  <m:nor/>
                                </m:rPr>
                                <a:rPr lang="es-ES" sz="1800" i="1" dirty="0">
                                  <a:solidFill>
                                    <a:schemeClr val="tx2"/>
                                  </a:solidFill>
                                  <a:latin typeface="CambriaMath"/>
                                </a:rPr>
                                <m:t>sen</m:t>
                              </m:r>
                              <m:r>
                                <m:rPr>
                                  <m:nor/>
                                </m:rPr>
                                <a:rPr lang="es-ES" sz="1800" i="1" dirty="0">
                                  <a:solidFill>
                                    <a:schemeClr val="tx2"/>
                                  </a:solidFill>
                                  <a:latin typeface="CambriaMath"/>
                                </a:rPr>
                                <m:t>(</m:t>
                              </m:r>
                              <m:r>
                                <a:rPr lang="el-GR" sz="1800" i="1" dirty="0">
                                  <a:solidFill>
                                    <a:schemeClr val="tx2"/>
                                  </a:solidFill>
                                  <a:latin typeface="Cambria Math" panose="02040503050406030204" pitchFamily="18" charset="0"/>
                                </a:rPr>
                                <m:t>𝜃</m:t>
                              </m:r>
                              <m:r>
                                <m:rPr>
                                  <m:nor/>
                                </m:rPr>
                                <a:rPr lang="es-ES" sz="1800" i="1" dirty="0">
                                  <a:solidFill>
                                    <a:schemeClr val="tx2"/>
                                  </a:solidFill>
                                  <a:latin typeface="CambriaMath"/>
                                </a:rPr>
                                <m:t>)</m:t>
                              </m:r>
                            </m:e>
                          </m:mr>
                          <m:mr>
                            <m:e>
                              <m:r>
                                <m:rPr>
                                  <m:nor/>
                                </m:rPr>
                                <a:rPr lang="es-ES" sz="1800" i="1" dirty="0">
                                  <a:solidFill>
                                    <a:schemeClr val="tx2"/>
                                  </a:solidFill>
                                  <a:latin typeface="CambriaMath"/>
                                </a:rPr>
                                <m:t>W</m:t>
                              </m:r>
                              <m:r>
                                <m:rPr>
                                  <m:nor/>
                                </m:rPr>
                                <a:rPr lang="es-ES" sz="1800" i="1" dirty="0">
                                  <a:solidFill>
                                    <a:schemeClr val="tx2"/>
                                  </a:solidFill>
                                  <a:latin typeface="CambriaMath"/>
                                </a:rPr>
                                <m:t> </m:t>
                              </m:r>
                            </m:e>
                          </m:mr>
                        </m:m>
                      </m:e>
                    </m:d>
                  </m:oMath>
                </a14:m>
                <a:r>
                  <a:rPr lang="es-ES" sz="1800" i="1" u="none" strike="noStrike" dirty="0">
                    <a:solidFill>
                      <a:schemeClr val="tx2"/>
                    </a:solidFill>
                    <a:latin typeface="CambriaMath"/>
                  </a:rPr>
                  <a:t> </a:t>
                </a:r>
                <a:endParaRPr lang="es-MX" sz="1800" dirty="0"/>
              </a:p>
            </p:txBody>
          </p:sp>
        </mc:Choice>
        <mc:Fallback xmlns="">
          <p:sp>
            <p:nvSpPr>
              <p:cNvPr id="18" name="CuadroTexto 17">
                <a:extLst>
                  <a:ext uri="{FF2B5EF4-FFF2-40B4-BE49-F238E27FC236}">
                    <a16:creationId xmlns:a16="http://schemas.microsoft.com/office/drawing/2014/main" id="{BD54AB5B-575E-3AF8-E814-3318B49CE9AF}"/>
                  </a:ext>
                </a:extLst>
              </p:cNvPr>
              <p:cNvSpPr txBox="1">
                <a:spLocks noRot="1" noChangeAspect="1" noMove="1" noResize="1" noEditPoints="1" noAdjustHandles="1" noChangeArrowheads="1" noChangeShapeType="1" noTextEdit="1"/>
              </p:cNvSpPr>
              <p:nvPr/>
            </p:nvSpPr>
            <p:spPr>
              <a:xfrm>
                <a:off x="699945" y="2332831"/>
                <a:ext cx="1808791" cy="882870"/>
              </a:xfrm>
              <a:prstGeom prst="rect">
                <a:avLst/>
              </a:prstGeom>
              <a:blipFill>
                <a:blip r:embed="rId5"/>
                <a:stretch>
                  <a:fillRect/>
                </a:stretch>
              </a:blipFill>
            </p:spPr>
            <p:txBody>
              <a:bodyPr/>
              <a:lstStyle/>
              <a:p>
                <a:r>
                  <a:rPr lang="es-MX">
                    <a:noFill/>
                  </a:rPr>
                  <a:t> </a:t>
                </a:r>
              </a:p>
            </p:txBody>
          </p:sp>
        </mc:Fallback>
      </mc:AlternateContent>
      <p:sp>
        <p:nvSpPr>
          <p:cNvPr id="19" name="Flecha: a la derecha con bandas 18">
            <a:extLst>
              <a:ext uri="{FF2B5EF4-FFF2-40B4-BE49-F238E27FC236}">
                <a16:creationId xmlns:a16="http://schemas.microsoft.com/office/drawing/2014/main" id="{1F03404A-E406-8713-E4A2-BB214F7E52E6}"/>
              </a:ext>
            </a:extLst>
          </p:cNvPr>
          <p:cNvSpPr/>
          <p:nvPr/>
        </p:nvSpPr>
        <p:spPr>
          <a:xfrm>
            <a:off x="2552063" y="2611751"/>
            <a:ext cx="832338" cy="390949"/>
          </a:xfrm>
          <a:prstGeom prst="striped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E47ED9F8-05F8-E368-CA6E-059AF6FE4CC4}"/>
                  </a:ext>
                </a:extLst>
              </p:cNvPr>
              <p:cNvSpPr txBox="1"/>
              <p:nvPr/>
            </p:nvSpPr>
            <p:spPr>
              <a:xfrm>
                <a:off x="759771" y="3494803"/>
                <a:ext cx="1792293" cy="491096"/>
              </a:xfrm>
              <a:prstGeom prst="rect">
                <a:avLst/>
              </a:prstGeom>
              <a:noFill/>
            </p:spPr>
            <p:txBody>
              <a:bodyPr wrap="square">
                <a:spAutoFit/>
              </a:bodyPr>
              <a:lstStyle/>
              <a:p>
                <a14:m>
                  <m:oMath xmlns:m="http://schemas.openxmlformats.org/officeDocument/2006/math">
                    <m:r>
                      <a:rPr lang="es-ES" sz="1800" b="1" i="1" smtClean="0">
                        <a:solidFill>
                          <a:schemeClr val="tx2"/>
                        </a:solidFill>
                        <a:latin typeface="Cambria Math" panose="02040503050406030204" pitchFamily="18" charset="0"/>
                      </a:rPr>
                      <m:t>𝑽</m:t>
                    </m:r>
                    <m:r>
                      <a:rPr lang="en-GB" sz="1800" b="1" i="1" smtClean="0">
                        <a:solidFill>
                          <a:schemeClr val="tx2"/>
                        </a:solidFill>
                        <a:latin typeface="Cambria Math" panose="02040503050406030204" pitchFamily="18" charset="0"/>
                      </a:rPr>
                      <m:t>=</m:t>
                    </m:r>
                  </m:oMath>
                </a14:m>
                <a:r>
                  <a:rPr lang="es-MX" sz="1800" b="1" dirty="0">
                    <a:solidFill>
                      <a:schemeClr val="tx2"/>
                    </a:solidFill>
                  </a:rPr>
                  <a:t> </a:t>
                </a:r>
                <a14:m>
                  <m:oMath xmlns:m="http://schemas.openxmlformats.org/officeDocument/2006/math">
                    <m:r>
                      <a:rPr lang="es-ES" sz="1800" b="1" i="1" dirty="0" smtClean="0">
                        <a:solidFill>
                          <a:schemeClr val="tx2"/>
                        </a:solidFill>
                        <a:latin typeface="Cambria Math" panose="02040503050406030204" pitchFamily="18" charset="0"/>
                      </a:rPr>
                      <m:t>𝒓</m:t>
                    </m:r>
                    <m:f>
                      <m:fPr>
                        <m:ctrlPr>
                          <a:rPr lang="es-ES" sz="1800" b="1" i="1" dirty="0" smtClean="0">
                            <a:solidFill>
                              <a:schemeClr val="tx2"/>
                            </a:solidFill>
                            <a:latin typeface="Cambria Math" panose="02040503050406030204" pitchFamily="18" charset="0"/>
                          </a:rPr>
                        </m:ctrlPr>
                      </m:fPr>
                      <m:num>
                        <m:sSub>
                          <m:sSubPr>
                            <m:ctrlPr>
                              <a:rPr lang="en-GB" sz="1800" b="1" i="1">
                                <a:solidFill>
                                  <a:schemeClr val="tx2"/>
                                </a:solidFill>
                                <a:latin typeface="Cambria Math" panose="02040503050406030204" pitchFamily="18" charset="0"/>
                              </a:rPr>
                            </m:ctrlPr>
                          </m:sSubPr>
                          <m:e>
                            <m:r>
                              <a:rPr lang="es-ES" sz="1800" b="1" i="1" smtClean="0">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𝑹</m:t>
                            </m:r>
                            <m:r>
                              <a:rPr lang="es-ES" sz="1800" b="1" i="1">
                                <a:solidFill>
                                  <a:schemeClr val="tx2"/>
                                </a:solidFill>
                                <a:latin typeface="Cambria Math" panose="02040503050406030204" pitchFamily="18" charset="0"/>
                              </a:rPr>
                              <m:t>  </m:t>
                            </m:r>
                          </m:sub>
                        </m:sSub>
                        <m:r>
                          <a:rPr lang="es-ES" sz="1800" b="1" i="1" smtClean="0">
                            <a:solidFill>
                              <a:schemeClr val="tx2"/>
                            </a:solidFill>
                            <a:latin typeface="Cambria Math" panose="02040503050406030204" pitchFamily="18" charset="0"/>
                          </a:rPr>
                          <m:t>+  </m:t>
                        </m:r>
                        <m:sSub>
                          <m:sSubPr>
                            <m:ctrlPr>
                              <a:rPr lang="en-GB" sz="1800" b="1" i="1">
                                <a:solidFill>
                                  <a:schemeClr val="tx2"/>
                                </a:solidFill>
                                <a:latin typeface="Cambria Math" panose="02040503050406030204" pitchFamily="18" charset="0"/>
                              </a:rPr>
                            </m:ctrlPr>
                          </m:sSubPr>
                          <m:e>
                            <m:r>
                              <a:rPr lang="es-ES" sz="1800" b="1" i="1" smtClean="0">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𝑳</m:t>
                            </m:r>
                            <m:r>
                              <a:rPr lang="es-ES" sz="1800" b="1" i="1">
                                <a:solidFill>
                                  <a:schemeClr val="tx2"/>
                                </a:solidFill>
                                <a:latin typeface="Cambria Math" panose="02040503050406030204" pitchFamily="18" charset="0"/>
                              </a:rPr>
                              <m:t>  </m:t>
                            </m:r>
                          </m:sub>
                        </m:sSub>
                      </m:num>
                      <m:den>
                        <m:r>
                          <a:rPr lang="es-ES" sz="1800" b="1" i="1" smtClean="0">
                            <a:solidFill>
                              <a:schemeClr val="tx2"/>
                            </a:solidFill>
                            <a:latin typeface="Cambria Math" panose="02040503050406030204" pitchFamily="18" charset="0"/>
                          </a:rPr>
                          <m:t>𝟐</m:t>
                        </m:r>
                      </m:den>
                    </m:f>
                  </m:oMath>
                </a14:m>
                <a:endParaRPr lang="es-MX" sz="1800" b="1" dirty="0">
                  <a:solidFill>
                    <a:schemeClr val="tx2"/>
                  </a:solidFill>
                </a:endParaRPr>
              </a:p>
            </p:txBody>
          </p:sp>
        </mc:Choice>
        <mc:Fallback xmlns="">
          <p:sp>
            <p:nvSpPr>
              <p:cNvPr id="20" name="CuadroTexto 19">
                <a:extLst>
                  <a:ext uri="{FF2B5EF4-FFF2-40B4-BE49-F238E27FC236}">
                    <a16:creationId xmlns:a16="http://schemas.microsoft.com/office/drawing/2014/main" id="{E47ED9F8-05F8-E368-CA6E-059AF6FE4CC4}"/>
                  </a:ext>
                </a:extLst>
              </p:cNvPr>
              <p:cNvSpPr txBox="1">
                <a:spLocks noRot="1" noChangeAspect="1" noMove="1" noResize="1" noEditPoints="1" noAdjustHandles="1" noChangeArrowheads="1" noChangeShapeType="1" noTextEdit="1"/>
              </p:cNvSpPr>
              <p:nvPr/>
            </p:nvSpPr>
            <p:spPr>
              <a:xfrm>
                <a:off x="759771" y="3494803"/>
                <a:ext cx="1792293" cy="491096"/>
              </a:xfrm>
              <a:prstGeom prst="rect">
                <a:avLst/>
              </a:prstGeom>
              <a:blipFill>
                <a:blip r:embed="rId6"/>
                <a:stretch>
                  <a:fillRect b="-2469"/>
                </a:stretch>
              </a:blipFill>
            </p:spPr>
            <p:txBody>
              <a:bodyPr/>
              <a:lstStyle/>
              <a:p>
                <a:r>
                  <a:rPr lang="es-MX">
                    <a:noFill/>
                  </a:rPr>
                  <a:t> </a:t>
                </a:r>
              </a:p>
            </p:txBody>
          </p:sp>
        </mc:Fallback>
      </mc:AlternateContent>
      <mc:AlternateContent xmlns:mc="http://schemas.openxmlformats.org/markup-compatibility/2006" xmlns:a14="http://schemas.microsoft.com/office/drawing/2010/main">
        <mc:Choice Requires="a14">
          <p:sp>
            <p:nvSpPr>
              <p:cNvPr id="21" name="CuadroTexto 20">
                <a:extLst>
                  <a:ext uri="{FF2B5EF4-FFF2-40B4-BE49-F238E27FC236}">
                    <a16:creationId xmlns:a16="http://schemas.microsoft.com/office/drawing/2014/main" id="{35CCEC0D-C707-CB47-F10C-5610A50F6244}"/>
                  </a:ext>
                </a:extLst>
              </p:cNvPr>
              <p:cNvSpPr txBox="1"/>
              <p:nvPr/>
            </p:nvSpPr>
            <p:spPr>
              <a:xfrm>
                <a:off x="759770" y="4079118"/>
                <a:ext cx="1792293" cy="509820"/>
              </a:xfrm>
              <a:prstGeom prst="rect">
                <a:avLst/>
              </a:prstGeom>
              <a:noFill/>
            </p:spPr>
            <p:txBody>
              <a:bodyPr wrap="square">
                <a:spAutoFit/>
              </a:bodyPr>
              <a:lstStyle/>
              <a:p>
                <a14:m>
                  <m:oMath xmlns:m="http://schemas.openxmlformats.org/officeDocument/2006/math">
                    <m:r>
                      <a:rPr lang="es-ES" sz="1800" b="1" i="1" smtClean="0">
                        <a:solidFill>
                          <a:schemeClr val="tx2"/>
                        </a:solidFill>
                        <a:latin typeface="Cambria Math" panose="02040503050406030204" pitchFamily="18" charset="0"/>
                      </a:rPr>
                      <m:t>𝑾</m:t>
                    </m:r>
                    <m:r>
                      <a:rPr lang="en-GB" sz="1800" b="1" i="1" smtClean="0">
                        <a:solidFill>
                          <a:schemeClr val="tx2"/>
                        </a:solidFill>
                        <a:latin typeface="Cambria Math" panose="02040503050406030204" pitchFamily="18" charset="0"/>
                      </a:rPr>
                      <m:t>=</m:t>
                    </m:r>
                  </m:oMath>
                </a14:m>
                <a:r>
                  <a:rPr lang="es-MX" sz="1800" b="1" dirty="0">
                    <a:solidFill>
                      <a:schemeClr val="tx2"/>
                    </a:solidFill>
                  </a:rPr>
                  <a:t> </a:t>
                </a:r>
                <a14:m>
                  <m:oMath xmlns:m="http://schemas.openxmlformats.org/officeDocument/2006/math">
                    <m:r>
                      <a:rPr lang="es-ES" sz="1800" b="1" i="1" dirty="0" smtClean="0">
                        <a:solidFill>
                          <a:schemeClr val="tx2"/>
                        </a:solidFill>
                        <a:latin typeface="Cambria Math" panose="02040503050406030204" pitchFamily="18" charset="0"/>
                      </a:rPr>
                      <m:t>𝒓</m:t>
                    </m:r>
                    <m:f>
                      <m:fPr>
                        <m:ctrlPr>
                          <a:rPr lang="es-ES" sz="1800" b="1" i="1" dirty="0" smtClean="0">
                            <a:solidFill>
                              <a:schemeClr val="tx2"/>
                            </a:solidFill>
                            <a:latin typeface="Cambria Math" panose="02040503050406030204" pitchFamily="18" charset="0"/>
                          </a:rPr>
                        </m:ctrlPr>
                      </m:fPr>
                      <m:num>
                        <m:sSub>
                          <m:sSubPr>
                            <m:ctrlPr>
                              <a:rPr lang="en-GB" sz="1800" b="1" i="1">
                                <a:solidFill>
                                  <a:schemeClr val="tx2"/>
                                </a:solidFill>
                                <a:latin typeface="Cambria Math" panose="02040503050406030204" pitchFamily="18" charset="0"/>
                              </a:rPr>
                            </m:ctrlPr>
                          </m:sSubPr>
                          <m:e>
                            <m:r>
                              <a:rPr lang="es-ES" sz="1800" b="1" i="1" smtClean="0">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𝑹</m:t>
                            </m:r>
                            <m:r>
                              <a:rPr lang="es-ES" sz="1800" b="1" i="1">
                                <a:solidFill>
                                  <a:schemeClr val="tx2"/>
                                </a:solidFill>
                                <a:latin typeface="Cambria Math" panose="02040503050406030204" pitchFamily="18" charset="0"/>
                              </a:rPr>
                              <m:t>  </m:t>
                            </m:r>
                          </m:sub>
                        </m:sSub>
                        <m:r>
                          <a:rPr lang="es-ES" sz="1800" b="1" i="1" smtClean="0">
                            <a:solidFill>
                              <a:schemeClr val="tx2"/>
                            </a:solidFill>
                            <a:latin typeface="Cambria Math" panose="02040503050406030204" pitchFamily="18" charset="0"/>
                          </a:rPr>
                          <m:t>−  </m:t>
                        </m:r>
                        <m:sSub>
                          <m:sSubPr>
                            <m:ctrlPr>
                              <a:rPr lang="en-GB" sz="1800" b="1" i="1">
                                <a:solidFill>
                                  <a:schemeClr val="tx2"/>
                                </a:solidFill>
                                <a:latin typeface="Cambria Math" panose="02040503050406030204" pitchFamily="18" charset="0"/>
                              </a:rPr>
                            </m:ctrlPr>
                          </m:sSubPr>
                          <m:e>
                            <m:r>
                              <a:rPr lang="es-ES" sz="1800" b="1" i="1" smtClean="0">
                                <a:solidFill>
                                  <a:schemeClr val="tx2"/>
                                </a:solidFill>
                                <a:latin typeface="Cambria Math" panose="02040503050406030204" pitchFamily="18" charset="0"/>
                              </a:rPr>
                              <m:t>𝑾</m:t>
                            </m:r>
                          </m:e>
                          <m:sub>
                            <m:r>
                              <a:rPr lang="es-ES" sz="1800" b="1" i="1">
                                <a:solidFill>
                                  <a:schemeClr val="tx2"/>
                                </a:solidFill>
                                <a:latin typeface="Cambria Math" panose="02040503050406030204" pitchFamily="18" charset="0"/>
                              </a:rPr>
                              <m:t>𝑳</m:t>
                            </m:r>
                            <m:r>
                              <a:rPr lang="es-ES" sz="1800" b="1" i="1">
                                <a:solidFill>
                                  <a:schemeClr val="tx2"/>
                                </a:solidFill>
                                <a:latin typeface="Cambria Math" panose="02040503050406030204" pitchFamily="18" charset="0"/>
                              </a:rPr>
                              <m:t>  </m:t>
                            </m:r>
                          </m:sub>
                        </m:sSub>
                      </m:num>
                      <m:den>
                        <m:r>
                          <a:rPr lang="es-ES" sz="1800" b="1" i="1" dirty="0" smtClean="0">
                            <a:solidFill>
                              <a:schemeClr val="tx2"/>
                            </a:solidFill>
                            <a:latin typeface="Cambria Math" panose="02040503050406030204" pitchFamily="18" charset="0"/>
                          </a:rPr>
                          <m:t>𝒍</m:t>
                        </m:r>
                      </m:den>
                    </m:f>
                  </m:oMath>
                </a14:m>
                <a:endParaRPr lang="es-MX" sz="1800" b="1" dirty="0">
                  <a:solidFill>
                    <a:schemeClr val="tx2"/>
                  </a:solidFill>
                </a:endParaRPr>
              </a:p>
            </p:txBody>
          </p:sp>
        </mc:Choice>
        <mc:Fallback xmlns="">
          <p:sp>
            <p:nvSpPr>
              <p:cNvPr id="21" name="CuadroTexto 20">
                <a:extLst>
                  <a:ext uri="{FF2B5EF4-FFF2-40B4-BE49-F238E27FC236}">
                    <a16:creationId xmlns:a16="http://schemas.microsoft.com/office/drawing/2014/main" id="{35CCEC0D-C707-CB47-F10C-5610A50F6244}"/>
                  </a:ext>
                </a:extLst>
              </p:cNvPr>
              <p:cNvSpPr txBox="1">
                <a:spLocks noRot="1" noChangeAspect="1" noMove="1" noResize="1" noEditPoints="1" noAdjustHandles="1" noChangeArrowheads="1" noChangeShapeType="1" noTextEdit="1"/>
              </p:cNvSpPr>
              <p:nvPr/>
            </p:nvSpPr>
            <p:spPr>
              <a:xfrm>
                <a:off x="759770" y="4079118"/>
                <a:ext cx="1792293" cy="509820"/>
              </a:xfrm>
              <a:prstGeom prst="rect">
                <a:avLst/>
              </a:prstGeom>
              <a:blipFill>
                <a:blip r:embed="rId7"/>
                <a:stretch>
                  <a:fillRect/>
                </a:stretch>
              </a:blipFill>
            </p:spPr>
            <p:txBody>
              <a:bodyPr/>
              <a:lstStyle/>
              <a:p>
                <a:r>
                  <a:rPr lang="es-MX">
                    <a:noFill/>
                  </a:rPr>
                  <a:t> </a:t>
                </a:r>
              </a:p>
            </p:txBody>
          </p:sp>
        </mc:Fallback>
      </mc:AlternateContent>
      <p:sp>
        <p:nvSpPr>
          <p:cNvPr id="22" name="Flecha: a la derecha con bandas 21">
            <a:extLst>
              <a:ext uri="{FF2B5EF4-FFF2-40B4-BE49-F238E27FC236}">
                <a16:creationId xmlns:a16="http://schemas.microsoft.com/office/drawing/2014/main" id="{BDE5F65E-2F53-6DF8-B956-04F3FDB9F26F}"/>
              </a:ext>
            </a:extLst>
          </p:cNvPr>
          <p:cNvSpPr/>
          <p:nvPr/>
        </p:nvSpPr>
        <p:spPr>
          <a:xfrm>
            <a:off x="2598384" y="3790424"/>
            <a:ext cx="832338" cy="390949"/>
          </a:xfrm>
          <a:prstGeom prst="stripedRightArrow">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MX"/>
          </a:p>
        </p:txBody>
      </p:sp>
    </p:spTree>
    <p:extLst>
      <p:ext uri="{BB962C8B-B14F-4D97-AF65-F5344CB8AC3E}">
        <p14:creationId xmlns:p14="http://schemas.microsoft.com/office/powerpoint/2010/main" val="5788907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663510"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3.2</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(Pose y Velocidades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Angulares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r>
              <a:rPr lang="en-US" sz="1600" b="1" dirty="0">
                <a:solidFill>
                  <a:schemeClr val="tx2"/>
                </a:solidFill>
                <a:latin typeface="Fira Sans Condensed Light" panose="020B0604020202020204" charset="0"/>
                <a:cs typeface="Times New Roman" panose="02020603050405020304" pitchFamily="18" charset="0"/>
              </a:rPr>
              <a:t>1. </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Crear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carpeta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con 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nombre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Actividad</a:t>
            </a:r>
            <a:r>
              <a:rPr lang="en-US" sz="1600" b="1" dirty="0">
                <a:solidFill>
                  <a:schemeClr val="tx2"/>
                </a:solidFill>
                <a:latin typeface="Fira Sans Condensed Light" panose="020B0604020202020204" charset="0"/>
                <a:cs typeface="Times New Roman" panose="02020603050405020304" pitchFamily="18" charset="0"/>
              </a:rPr>
              <a:t> 3.2 (Pose y Velocidades </a:t>
            </a:r>
            <a:r>
              <a:rPr lang="en-US" sz="1600" b="1" dirty="0" err="1">
                <a:solidFill>
                  <a:schemeClr val="tx2"/>
                </a:solidFill>
                <a:latin typeface="Fira Sans Condensed Light" panose="020B0604020202020204" charset="0"/>
                <a:cs typeface="Times New Roman" panose="02020603050405020304" pitchFamily="18" charset="0"/>
              </a:rPr>
              <a:t>Angulares</a:t>
            </a:r>
            <a:r>
              <a:rPr lang="en-US" sz="1600" b="1" dirty="0">
                <a:solidFill>
                  <a:schemeClr val="tx2"/>
                </a:solidFill>
                <a:latin typeface="Fira Sans Condensed Light" panose="020B0604020202020204" charset="0"/>
                <a:cs typeface="Times New Roman" panose="02020603050405020304" pitchFamily="18" charset="0"/>
              </a:rPr>
              <a:t>)</a:t>
            </a:r>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2.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Implementar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s-ES" sz="1600" dirty="0">
                <a:solidFill>
                  <a:schemeClr val="bg1">
                    <a:lumMod val="60000"/>
                    <a:lumOff val="40000"/>
                  </a:schemeClr>
                </a:solidFill>
                <a:latin typeface="Fira Sans Condensed Light" panose="020B0604020202020204" charset="0"/>
                <a:cs typeface="Times New Roman" panose="02020603050405020304" pitchFamily="18" charset="0"/>
              </a:rPr>
              <a:t>código requerido para graficar la pose y las velocidades angulares de las ruedas que resultan al generar las siguientes trayectorias a partir de las velocidades angulares y lineales en un plano 2D.</a:t>
            </a:r>
            <a:endParaRPr lang="es-ES" sz="1600" dirty="0">
              <a:solidFill>
                <a:schemeClr val="tx2"/>
              </a:solidFill>
              <a:latin typeface="Fira Sans Condensed Light" panose="020B0604020202020204" charset="0"/>
              <a:cs typeface="Times New Roman" panose="02020603050405020304" pitchFamily="18" charset="0"/>
            </a:endParaRPr>
          </a:p>
          <a:p>
            <a:pPr algn="just"/>
            <a:endParaRPr lang="en-US" sz="1600"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pic>
        <p:nvPicPr>
          <p:cNvPr id="2" name="Imagen 1">
            <a:extLst>
              <a:ext uri="{FF2B5EF4-FFF2-40B4-BE49-F238E27FC236}">
                <a16:creationId xmlns:a16="http://schemas.microsoft.com/office/drawing/2014/main" id="{034B2AA1-1DEE-1741-D753-6356C2B642DD}"/>
              </a:ext>
            </a:extLst>
          </p:cNvPr>
          <p:cNvPicPr>
            <a:picLocks noChangeAspect="1"/>
          </p:cNvPicPr>
          <p:nvPr/>
        </p:nvPicPr>
        <p:blipFill>
          <a:blip r:embed="rId4"/>
          <a:stretch>
            <a:fillRect/>
          </a:stretch>
        </p:blipFill>
        <p:spPr>
          <a:xfrm>
            <a:off x="337269" y="2477351"/>
            <a:ext cx="2324100" cy="2314575"/>
          </a:xfrm>
          <a:prstGeom prst="rect">
            <a:avLst/>
          </a:prstGeom>
        </p:spPr>
      </p:pic>
      <p:pic>
        <p:nvPicPr>
          <p:cNvPr id="3" name="Imagen 2">
            <a:extLst>
              <a:ext uri="{FF2B5EF4-FFF2-40B4-BE49-F238E27FC236}">
                <a16:creationId xmlns:a16="http://schemas.microsoft.com/office/drawing/2014/main" id="{165AB2F3-2633-0578-4B9C-7F68E74E94DB}"/>
              </a:ext>
            </a:extLst>
          </p:cNvPr>
          <p:cNvPicPr>
            <a:picLocks noChangeAspect="1"/>
          </p:cNvPicPr>
          <p:nvPr/>
        </p:nvPicPr>
        <p:blipFill>
          <a:blip r:embed="rId5"/>
          <a:stretch>
            <a:fillRect/>
          </a:stretch>
        </p:blipFill>
        <p:spPr>
          <a:xfrm>
            <a:off x="2775753" y="2485399"/>
            <a:ext cx="3565850" cy="2338262"/>
          </a:xfrm>
          <a:prstGeom prst="rect">
            <a:avLst/>
          </a:prstGeom>
        </p:spPr>
      </p:pic>
      <p:pic>
        <p:nvPicPr>
          <p:cNvPr id="5" name="Imagen 4">
            <a:extLst>
              <a:ext uri="{FF2B5EF4-FFF2-40B4-BE49-F238E27FC236}">
                <a16:creationId xmlns:a16="http://schemas.microsoft.com/office/drawing/2014/main" id="{071E5094-16D9-34F2-4060-10F7483D8253}"/>
              </a:ext>
            </a:extLst>
          </p:cNvPr>
          <p:cNvPicPr>
            <a:picLocks noChangeAspect="1"/>
          </p:cNvPicPr>
          <p:nvPr/>
        </p:nvPicPr>
        <p:blipFill>
          <a:blip r:embed="rId6"/>
          <a:srcRect l="1097" t="2227" r="3281" b="1764"/>
          <a:stretch>
            <a:fillRect/>
          </a:stretch>
        </p:blipFill>
        <p:spPr>
          <a:xfrm>
            <a:off x="6444263" y="2477352"/>
            <a:ext cx="2406660" cy="2314574"/>
          </a:xfrm>
          <a:prstGeom prst="rect">
            <a:avLst/>
          </a:prstGeom>
        </p:spPr>
      </p:pic>
      <p:sp>
        <p:nvSpPr>
          <p:cNvPr id="7" name="CuadroTexto 6">
            <a:extLst>
              <a:ext uri="{FF2B5EF4-FFF2-40B4-BE49-F238E27FC236}">
                <a16:creationId xmlns:a16="http://schemas.microsoft.com/office/drawing/2014/main" id="{C6D527A6-590E-2A67-DD76-4DB53909FA33}"/>
              </a:ext>
            </a:extLst>
          </p:cNvPr>
          <p:cNvSpPr txBox="1"/>
          <p:nvPr/>
        </p:nvSpPr>
        <p:spPr>
          <a:xfrm>
            <a:off x="1219199" y="4217461"/>
            <a:ext cx="468924" cy="307777"/>
          </a:xfrm>
          <a:prstGeom prst="rect">
            <a:avLst/>
          </a:prstGeom>
          <a:noFill/>
        </p:spPr>
        <p:txBody>
          <a:bodyPr wrap="square" rtlCol="0">
            <a:spAutoFit/>
          </a:bodyPr>
          <a:lstStyle/>
          <a:p>
            <a:r>
              <a:rPr lang="es-MX" dirty="0"/>
              <a:t>5m</a:t>
            </a:r>
          </a:p>
        </p:txBody>
      </p:sp>
      <p:sp>
        <p:nvSpPr>
          <p:cNvPr id="8" name="CuadroTexto 7">
            <a:extLst>
              <a:ext uri="{FF2B5EF4-FFF2-40B4-BE49-F238E27FC236}">
                <a16:creationId xmlns:a16="http://schemas.microsoft.com/office/drawing/2014/main" id="{4C3AAE1B-445F-D5AC-ED4E-DBF4C7640BA1}"/>
              </a:ext>
            </a:extLst>
          </p:cNvPr>
          <p:cNvSpPr txBox="1"/>
          <p:nvPr/>
        </p:nvSpPr>
        <p:spPr>
          <a:xfrm>
            <a:off x="515815" y="3500641"/>
            <a:ext cx="468924" cy="307777"/>
          </a:xfrm>
          <a:prstGeom prst="rect">
            <a:avLst/>
          </a:prstGeom>
          <a:noFill/>
        </p:spPr>
        <p:txBody>
          <a:bodyPr wrap="square" rtlCol="0">
            <a:spAutoFit/>
          </a:bodyPr>
          <a:lstStyle/>
          <a:p>
            <a:r>
              <a:rPr lang="es-MX" dirty="0"/>
              <a:t>5m</a:t>
            </a:r>
          </a:p>
        </p:txBody>
      </p:sp>
      <p:sp>
        <p:nvSpPr>
          <p:cNvPr id="10" name="CuadroTexto 9">
            <a:extLst>
              <a:ext uri="{FF2B5EF4-FFF2-40B4-BE49-F238E27FC236}">
                <a16:creationId xmlns:a16="http://schemas.microsoft.com/office/drawing/2014/main" id="{2779B117-D351-0174-CDB0-AE9368405351}"/>
              </a:ext>
            </a:extLst>
          </p:cNvPr>
          <p:cNvSpPr txBox="1"/>
          <p:nvPr/>
        </p:nvSpPr>
        <p:spPr>
          <a:xfrm>
            <a:off x="3975814" y="3887667"/>
            <a:ext cx="468924" cy="307777"/>
          </a:xfrm>
          <a:prstGeom prst="rect">
            <a:avLst/>
          </a:prstGeom>
          <a:noFill/>
        </p:spPr>
        <p:txBody>
          <a:bodyPr wrap="square" rtlCol="0">
            <a:spAutoFit/>
          </a:bodyPr>
          <a:lstStyle/>
          <a:p>
            <a:r>
              <a:rPr lang="es-MX" dirty="0"/>
              <a:t>1m</a:t>
            </a:r>
          </a:p>
        </p:txBody>
      </p:sp>
      <p:sp>
        <p:nvSpPr>
          <p:cNvPr id="12" name="CuadroTexto 11">
            <a:extLst>
              <a:ext uri="{FF2B5EF4-FFF2-40B4-BE49-F238E27FC236}">
                <a16:creationId xmlns:a16="http://schemas.microsoft.com/office/drawing/2014/main" id="{B2A98551-3ED4-B8A9-AE42-DFF0F17DF207}"/>
              </a:ext>
            </a:extLst>
          </p:cNvPr>
          <p:cNvSpPr txBox="1"/>
          <p:nvPr/>
        </p:nvSpPr>
        <p:spPr>
          <a:xfrm>
            <a:off x="4169989" y="3532320"/>
            <a:ext cx="468924" cy="307777"/>
          </a:xfrm>
          <a:prstGeom prst="rect">
            <a:avLst/>
          </a:prstGeom>
          <a:noFill/>
        </p:spPr>
        <p:txBody>
          <a:bodyPr wrap="square" rtlCol="0">
            <a:spAutoFit/>
          </a:bodyPr>
          <a:lstStyle/>
          <a:p>
            <a:r>
              <a:rPr lang="es-MX" dirty="0"/>
              <a:t>1m</a:t>
            </a:r>
          </a:p>
        </p:txBody>
      </p:sp>
      <p:sp>
        <p:nvSpPr>
          <p:cNvPr id="13" name="CuadroTexto 12">
            <a:extLst>
              <a:ext uri="{FF2B5EF4-FFF2-40B4-BE49-F238E27FC236}">
                <a16:creationId xmlns:a16="http://schemas.microsoft.com/office/drawing/2014/main" id="{AE7F24FB-A772-77EA-338A-68B659F34B18}"/>
              </a:ext>
            </a:extLst>
          </p:cNvPr>
          <p:cNvSpPr txBox="1"/>
          <p:nvPr/>
        </p:nvSpPr>
        <p:spPr>
          <a:xfrm>
            <a:off x="4210275" y="2702641"/>
            <a:ext cx="607909" cy="307777"/>
          </a:xfrm>
          <a:prstGeom prst="rect">
            <a:avLst/>
          </a:prstGeom>
          <a:noFill/>
        </p:spPr>
        <p:txBody>
          <a:bodyPr wrap="square" rtlCol="0">
            <a:spAutoFit/>
          </a:bodyPr>
          <a:lstStyle/>
          <a:p>
            <a:r>
              <a:rPr lang="es-MX" dirty="0"/>
              <a:t>1.5m</a:t>
            </a:r>
          </a:p>
        </p:txBody>
      </p:sp>
      <p:sp>
        <p:nvSpPr>
          <p:cNvPr id="14" name="CuadroTexto 13">
            <a:extLst>
              <a:ext uri="{FF2B5EF4-FFF2-40B4-BE49-F238E27FC236}">
                <a16:creationId xmlns:a16="http://schemas.microsoft.com/office/drawing/2014/main" id="{76E811D0-C80D-05FC-822C-93407D8A5113}"/>
              </a:ext>
            </a:extLst>
          </p:cNvPr>
          <p:cNvSpPr txBox="1"/>
          <p:nvPr/>
        </p:nvSpPr>
        <p:spPr>
          <a:xfrm>
            <a:off x="4010539" y="4273713"/>
            <a:ext cx="468924" cy="261610"/>
          </a:xfrm>
          <a:prstGeom prst="rect">
            <a:avLst/>
          </a:prstGeom>
          <a:noFill/>
        </p:spPr>
        <p:txBody>
          <a:bodyPr wrap="square" rtlCol="0">
            <a:spAutoFit/>
          </a:bodyPr>
          <a:lstStyle/>
          <a:p>
            <a:r>
              <a:rPr lang="es-MX" sz="1100" dirty="0"/>
              <a:t>30°</a:t>
            </a:r>
          </a:p>
        </p:txBody>
      </p:sp>
      <p:sp>
        <p:nvSpPr>
          <p:cNvPr id="15" name="CuadroTexto 14">
            <a:extLst>
              <a:ext uri="{FF2B5EF4-FFF2-40B4-BE49-F238E27FC236}">
                <a16:creationId xmlns:a16="http://schemas.microsoft.com/office/drawing/2014/main" id="{F29DFE87-E524-9127-B407-09126793E3B9}"/>
              </a:ext>
            </a:extLst>
          </p:cNvPr>
          <p:cNvSpPr txBox="1"/>
          <p:nvPr/>
        </p:nvSpPr>
        <p:spPr>
          <a:xfrm>
            <a:off x="5022695" y="3526568"/>
            <a:ext cx="629326" cy="261610"/>
          </a:xfrm>
          <a:prstGeom prst="rect">
            <a:avLst/>
          </a:prstGeom>
          <a:noFill/>
        </p:spPr>
        <p:txBody>
          <a:bodyPr wrap="square" rtlCol="0">
            <a:spAutoFit/>
          </a:bodyPr>
          <a:lstStyle/>
          <a:p>
            <a:r>
              <a:rPr lang="es-MX" sz="1100" dirty="0"/>
              <a:t>150°</a:t>
            </a:r>
          </a:p>
        </p:txBody>
      </p:sp>
      <p:sp>
        <p:nvSpPr>
          <p:cNvPr id="16" name="CuadroTexto 15">
            <a:extLst>
              <a:ext uri="{FF2B5EF4-FFF2-40B4-BE49-F238E27FC236}">
                <a16:creationId xmlns:a16="http://schemas.microsoft.com/office/drawing/2014/main" id="{23264FFF-B336-36FF-9A67-852BB68ACE68}"/>
              </a:ext>
            </a:extLst>
          </p:cNvPr>
          <p:cNvSpPr txBox="1"/>
          <p:nvPr/>
        </p:nvSpPr>
        <p:spPr>
          <a:xfrm>
            <a:off x="4279767" y="3159083"/>
            <a:ext cx="468924" cy="261610"/>
          </a:xfrm>
          <a:prstGeom prst="rect">
            <a:avLst/>
          </a:prstGeom>
          <a:noFill/>
        </p:spPr>
        <p:txBody>
          <a:bodyPr wrap="square" rtlCol="0">
            <a:spAutoFit/>
          </a:bodyPr>
          <a:lstStyle/>
          <a:p>
            <a:r>
              <a:rPr lang="es-MX" sz="1100" dirty="0"/>
              <a:t>20°</a:t>
            </a:r>
          </a:p>
        </p:txBody>
      </p:sp>
      <p:sp>
        <p:nvSpPr>
          <p:cNvPr id="17" name="CuadroTexto 16">
            <a:extLst>
              <a:ext uri="{FF2B5EF4-FFF2-40B4-BE49-F238E27FC236}">
                <a16:creationId xmlns:a16="http://schemas.microsoft.com/office/drawing/2014/main" id="{6AB978BC-4A5E-13B1-AA0B-10C2BFC533E0}"/>
              </a:ext>
            </a:extLst>
          </p:cNvPr>
          <p:cNvSpPr txBox="1"/>
          <p:nvPr/>
        </p:nvSpPr>
        <p:spPr>
          <a:xfrm>
            <a:off x="5789864" y="3323385"/>
            <a:ext cx="607909" cy="307777"/>
          </a:xfrm>
          <a:prstGeom prst="rect">
            <a:avLst/>
          </a:prstGeom>
          <a:noFill/>
        </p:spPr>
        <p:txBody>
          <a:bodyPr wrap="square" rtlCol="0">
            <a:spAutoFit/>
          </a:bodyPr>
          <a:lstStyle/>
          <a:p>
            <a:r>
              <a:rPr lang="es-MX" dirty="0"/>
              <a:t>2.2m</a:t>
            </a:r>
          </a:p>
        </p:txBody>
      </p:sp>
      <p:cxnSp>
        <p:nvCxnSpPr>
          <p:cNvPr id="18" name="Conector recto 17">
            <a:extLst>
              <a:ext uri="{FF2B5EF4-FFF2-40B4-BE49-F238E27FC236}">
                <a16:creationId xmlns:a16="http://schemas.microsoft.com/office/drawing/2014/main" id="{96C7BE87-6ECF-8C32-A3B4-DB1E84C20F6C}"/>
              </a:ext>
            </a:extLst>
          </p:cNvPr>
          <p:cNvCxnSpPr/>
          <p:nvPr/>
        </p:nvCxnSpPr>
        <p:spPr>
          <a:xfrm>
            <a:off x="3871998" y="4486808"/>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Arco 18">
            <a:extLst>
              <a:ext uri="{FF2B5EF4-FFF2-40B4-BE49-F238E27FC236}">
                <a16:creationId xmlns:a16="http://schemas.microsoft.com/office/drawing/2014/main" id="{0BE380FB-ECC3-43F6-5948-7351FAF9416A}"/>
              </a:ext>
            </a:extLst>
          </p:cNvPr>
          <p:cNvSpPr/>
          <p:nvPr/>
        </p:nvSpPr>
        <p:spPr>
          <a:xfrm>
            <a:off x="3975814" y="4371349"/>
            <a:ext cx="45719" cy="231417"/>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cxnSp>
        <p:nvCxnSpPr>
          <p:cNvPr id="20" name="Conector recto 19">
            <a:extLst>
              <a:ext uri="{FF2B5EF4-FFF2-40B4-BE49-F238E27FC236}">
                <a16:creationId xmlns:a16="http://schemas.microsoft.com/office/drawing/2014/main" id="{01E13AE9-8550-B609-DE02-CC00A03E60B0}"/>
              </a:ext>
            </a:extLst>
          </p:cNvPr>
          <p:cNvCxnSpPr/>
          <p:nvPr/>
        </p:nvCxnSpPr>
        <p:spPr>
          <a:xfrm>
            <a:off x="4992027" y="3810398"/>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21" name="Arco 20">
            <a:extLst>
              <a:ext uri="{FF2B5EF4-FFF2-40B4-BE49-F238E27FC236}">
                <a16:creationId xmlns:a16="http://schemas.microsoft.com/office/drawing/2014/main" id="{F91A7D24-5286-B94A-5A7D-3137857F5093}"/>
              </a:ext>
            </a:extLst>
          </p:cNvPr>
          <p:cNvSpPr/>
          <p:nvPr/>
        </p:nvSpPr>
        <p:spPr>
          <a:xfrm rot="20929792">
            <a:off x="4575135" y="3705789"/>
            <a:ext cx="617254" cy="376114"/>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cxnSp>
        <p:nvCxnSpPr>
          <p:cNvPr id="22" name="Conector recto 21">
            <a:extLst>
              <a:ext uri="{FF2B5EF4-FFF2-40B4-BE49-F238E27FC236}">
                <a16:creationId xmlns:a16="http://schemas.microsoft.com/office/drawing/2014/main" id="{9D49C30F-89C5-7E41-EEF3-29412A7C38FC}"/>
              </a:ext>
            </a:extLst>
          </p:cNvPr>
          <p:cNvCxnSpPr/>
          <p:nvPr/>
        </p:nvCxnSpPr>
        <p:spPr>
          <a:xfrm>
            <a:off x="3951925" y="3364229"/>
            <a:ext cx="527538" cy="0"/>
          </a:xfrm>
          <a:prstGeom prst="line">
            <a:avLst/>
          </a:prstGeom>
        </p:spPr>
        <p:style>
          <a:lnRef idx="1">
            <a:schemeClr val="accent1"/>
          </a:lnRef>
          <a:fillRef idx="0">
            <a:schemeClr val="accent1"/>
          </a:fillRef>
          <a:effectRef idx="0">
            <a:schemeClr val="accent1"/>
          </a:effectRef>
          <a:fontRef idx="minor">
            <a:schemeClr val="tx1"/>
          </a:fontRef>
        </p:style>
      </p:cxnSp>
      <p:sp>
        <p:nvSpPr>
          <p:cNvPr id="23" name="Arco 22">
            <a:extLst>
              <a:ext uri="{FF2B5EF4-FFF2-40B4-BE49-F238E27FC236}">
                <a16:creationId xmlns:a16="http://schemas.microsoft.com/office/drawing/2014/main" id="{2AFB9447-C669-9E6B-42D7-1F146E630E63}"/>
              </a:ext>
            </a:extLst>
          </p:cNvPr>
          <p:cNvSpPr/>
          <p:nvPr/>
        </p:nvSpPr>
        <p:spPr>
          <a:xfrm>
            <a:off x="4162940" y="3245975"/>
            <a:ext cx="45719" cy="231417"/>
          </a:xfrm>
          <a:prstGeom prst="arc">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MX"/>
          </a:p>
        </p:txBody>
      </p:sp>
      <p:sp>
        <p:nvSpPr>
          <p:cNvPr id="24" name="CuadroTexto 23">
            <a:extLst>
              <a:ext uri="{FF2B5EF4-FFF2-40B4-BE49-F238E27FC236}">
                <a16:creationId xmlns:a16="http://schemas.microsoft.com/office/drawing/2014/main" id="{F394B7F3-D180-7F67-56C4-50EC4E603F97}"/>
              </a:ext>
            </a:extLst>
          </p:cNvPr>
          <p:cNvSpPr txBox="1"/>
          <p:nvPr/>
        </p:nvSpPr>
        <p:spPr>
          <a:xfrm>
            <a:off x="5141943" y="3060223"/>
            <a:ext cx="436218" cy="261610"/>
          </a:xfrm>
          <a:prstGeom prst="rect">
            <a:avLst/>
          </a:prstGeom>
          <a:noFill/>
        </p:spPr>
        <p:txBody>
          <a:bodyPr wrap="square" rtlCol="0">
            <a:spAutoFit/>
          </a:bodyPr>
          <a:lstStyle/>
          <a:p>
            <a:r>
              <a:rPr lang="es-MX" sz="1100" dirty="0"/>
              <a:t>90°</a:t>
            </a:r>
          </a:p>
        </p:txBody>
      </p:sp>
      <p:sp>
        <p:nvSpPr>
          <p:cNvPr id="25" name="CuadroTexto 24">
            <a:extLst>
              <a:ext uri="{FF2B5EF4-FFF2-40B4-BE49-F238E27FC236}">
                <a16:creationId xmlns:a16="http://schemas.microsoft.com/office/drawing/2014/main" id="{CBF1C5B4-FA6E-BA49-5C3A-E489032073BF}"/>
              </a:ext>
            </a:extLst>
          </p:cNvPr>
          <p:cNvSpPr txBox="1"/>
          <p:nvPr/>
        </p:nvSpPr>
        <p:spPr>
          <a:xfrm>
            <a:off x="7434122" y="2823663"/>
            <a:ext cx="510229" cy="307777"/>
          </a:xfrm>
          <a:prstGeom prst="rect">
            <a:avLst/>
          </a:prstGeom>
          <a:noFill/>
        </p:spPr>
        <p:txBody>
          <a:bodyPr wrap="square" rtlCol="0">
            <a:spAutoFit/>
          </a:bodyPr>
          <a:lstStyle/>
          <a:p>
            <a:r>
              <a:rPr lang="es-MX" dirty="0"/>
              <a:t>2m</a:t>
            </a:r>
          </a:p>
        </p:txBody>
      </p:sp>
      <p:sp>
        <p:nvSpPr>
          <p:cNvPr id="26" name="CuadroTexto 25">
            <a:extLst>
              <a:ext uri="{FF2B5EF4-FFF2-40B4-BE49-F238E27FC236}">
                <a16:creationId xmlns:a16="http://schemas.microsoft.com/office/drawing/2014/main" id="{FD88A2F7-CCA6-1264-FF6F-4B0741DCD336}"/>
              </a:ext>
            </a:extLst>
          </p:cNvPr>
          <p:cNvSpPr txBox="1"/>
          <p:nvPr/>
        </p:nvSpPr>
        <p:spPr>
          <a:xfrm>
            <a:off x="7991553" y="3197066"/>
            <a:ext cx="636632" cy="307777"/>
          </a:xfrm>
          <a:prstGeom prst="rect">
            <a:avLst/>
          </a:prstGeom>
          <a:noFill/>
        </p:spPr>
        <p:txBody>
          <a:bodyPr wrap="square" rtlCol="0">
            <a:spAutoFit/>
          </a:bodyPr>
          <a:lstStyle/>
          <a:p>
            <a:r>
              <a:rPr lang="es-MX" dirty="0"/>
              <a:t>1.5m</a:t>
            </a:r>
          </a:p>
        </p:txBody>
      </p:sp>
      <p:sp>
        <p:nvSpPr>
          <p:cNvPr id="27" name="CuadroTexto 26">
            <a:extLst>
              <a:ext uri="{FF2B5EF4-FFF2-40B4-BE49-F238E27FC236}">
                <a16:creationId xmlns:a16="http://schemas.microsoft.com/office/drawing/2014/main" id="{6DC5B45F-BD93-446D-2F2C-D5C469E7CF9E}"/>
              </a:ext>
            </a:extLst>
          </p:cNvPr>
          <p:cNvSpPr txBox="1"/>
          <p:nvPr/>
        </p:nvSpPr>
        <p:spPr>
          <a:xfrm>
            <a:off x="7449069" y="3341786"/>
            <a:ext cx="480333" cy="307777"/>
          </a:xfrm>
          <a:prstGeom prst="rect">
            <a:avLst/>
          </a:prstGeom>
          <a:noFill/>
        </p:spPr>
        <p:txBody>
          <a:bodyPr wrap="square" rtlCol="0">
            <a:spAutoFit/>
          </a:bodyPr>
          <a:lstStyle/>
          <a:p>
            <a:r>
              <a:rPr lang="es-MX" dirty="0"/>
              <a:t>2m</a:t>
            </a:r>
          </a:p>
        </p:txBody>
      </p:sp>
      <p:sp>
        <p:nvSpPr>
          <p:cNvPr id="28" name="CuadroTexto 27">
            <a:extLst>
              <a:ext uri="{FF2B5EF4-FFF2-40B4-BE49-F238E27FC236}">
                <a16:creationId xmlns:a16="http://schemas.microsoft.com/office/drawing/2014/main" id="{8266B0D2-3416-D8E0-FC4D-B83273E93728}"/>
              </a:ext>
            </a:extLst>
          </p:cNvPr>
          <p:cNvSpPr txBox="1"/>
          <p:nvPr/>
        </p:nvSpPr>
        <p:spPr>
          <a:xfrm>
            <a:off x="6870237" y="3747125"/>
            <a:ext cx="480333" cy="307777"/>
          </a:xfrm>
          <a:prstGeom prst="rect">
            <a:avLst/>
          </a:prstGeom>
          <a:noFill/>
        </p:spPr>
        <p:txBody>
          <a:bodyPr wrap="square" rtlCol="0">
            <a:spAutoFit/>
          </a:bodyPr>
          <a:lstStyle/>
          <a:p>
            <a:r>
              <a:rPr lang="es-MX" dirty="0"/>
              <a:t>2m</a:t>
            </a:r>
          </a:p>
        </p:txBody>
      </p:sp>
      <p:sp>
        <p:nvSpPr>
          <p:cNvPr id="29" name="CuadroTexto 28">
            <a:extLst>
              <a:ext uri="{FF2B5EF4-FFF2-40B4-BE49-F238E27FC236}">
                <a16:creationId xmlns:a16="http://schemas.microsoft.com/office/drawing/2014/main" id="{1E73EF5E-1384-5E9F-7259-3CCD4AA94763}"/>
              </a:ext>
            </a:extLst>
          </p:cNvPr>
          <p:cNvSpPr txBox="1"/>
          <p:nvPr/>
        </p:nvSpPr>
        <p:spPr>
          <a:xfrm>
            <a:off x="7442475" y="4250629"/>
            <a:ext cx="636632" cy="307777"/>
          </a:xfrm>
          <a:prstGeom prst="rect">
            <a:avLst/>
          </a:prstGeom>
          <a:noFill/>
        </p:spPr>
        <p:txBody>
          <a:bodyPr wrap="square" rtlCol="0">
            <a:spAutoFit/>
          </a:bodyPr>
          <a:lstStyle/>
          <a:p>
            <a:r>
              <a:rPr lang="es-MX" dirty="0"/>
              <a:t>2.5m</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98"/>
        <p:cNvGrpSpPr/>
        <p:nvPr/>
      </p:nvGrpSpPr>
      <p:grpSpPr>
        <a:xfrm>
          <a:off x="0" y="0"/>
          <a:ext cx="0" cy="0"/>
          <a:chOff x="0" y="0"/>
          <a:chExt cx="0" cy="0"/>
        </a:xfrm>
      </p:grpSpPr>
      <p:pic>
        <p:nvPicPr>
          <p:cNvPr id="48" name="Picture 4" descr="The Learning Gate | Tec de Monterrey"/>
          <p:cNvPicPr>
            <a:picLocks noChangeAspect="1" noChangeArrowheads="1"/>
          </p:cNvPicPr>
          <p:nvPr/>
        </p:nvPicPr>
        <p:blipFill>
          <a:blip r:embed="rId3">
            <a:lum bright="100000" contrast="100000"/>
          </a:blip>
          <a:srcRect/>
          <a:stretch>
            <a:fillRect/>
          </a:stretch>
        </p:blipFill>
        <p:spPr bwMode="auto">
          <a:xfrm>
            <a:off x="6033052" y="308116"/>
            <a:ext cx="2818846" cy="494885"/>
          </a:xfrm>
          <a:prstGeom prst="rect">
            <a:avLst/>
          </a:prstGeom>
          <a:noFill/>
        </p:spPr>
      </p:pic>
      <p:sp>
        <p:nvSpPr>
          <p:cNvPr id="151" name="Google Shape;699;p36"/>
          <p:cNvSpPr txBox="1">
            <a:spLocks/>
          </p:cNvSpPr>
          <p:nvPr/>
        </p:nvSpPr>
        <p:spPr>
          <a:xfrm>
            <a:off x="378521" y="768707"/>
            <a:ext cx="7757294" cy="572700"/>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Actividad</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a:t>
            </a:r>
            <a:r>
              <a:rPr lang="en-US" sz="3000" b="1" dirty="0">
                <a:solidFill>
                  <a:srgbClr val="F3F3F3"/>
                </a:solidFill>
                <a:latin typeface="Rajdhani"/>
                <a:ea typeface="Rajdhani"/>
                <a:cs typeface="Rajdhani"/>
                <a:sym typeface="Rajdhani"/>
              </a:rPr>
              <a:t>3.2</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 (Pose y Velocidades </a:t>
            </a:r>
            <a:r>
              <a:rPr kumimoji="0" lang="en-US" sz="3000" b="1" i="0" u="none" strike="noStrike" kern="0" cap="none" spc="0" normalizeH="0" noProof="0" dirty="0" err="1">
                <a:ln>
                  <a:noFill/>
                </a:ln>
                <a:solidFill>
                  <a:srgbClr val="F3F3F3"/>
                </a:solidFill>
                <a:effectLst/>
                <a:uLnTx/>
                <a:uFillTx/>
                <a:latin typeface="Rajdhani"/>
                <a:ea typeface="Rajdhani"/>
                <a:cs typeface="Rajdhani"/>
                <a:sym typeface="Rajdhani"/>
              </a:rPr>
              <a:t>Angulares</a:t>
            </a:r>
            <a:r>
              <a:rPr kumimoji="0" lang="en-US" sz="3000" b="1" i="0" u="none" strike="noStrike" kern="0" cap="none" spc="0" normalizeH="0" noProof="0" dirty="0">
                <a:ln>
                  <a:noFill/>
                </a:ln>
                <a:solidFill>
                  <a:srgbClr val="F3F3F3"/>
                </a:solidFill>
                <a:effectLst/>
                <a:uLnTx/>
                <a:uFillTx/>
                <a:latin typeface="Rajdhani"/>
                <a:ea typeface="Rajdhani"/>
                <a:cs typeface="Rajdhani"/>
                <a:sym typeface="Rajdhani"/>
              </a:rPr>
              <a:t>)</a:t>
            </a:r>
            <a:endParaRPr kumimoji="0" lang="en-US" sz="3000" b="1" i="0" u="none" strike="noStrike" kern="0" cap="none" spc="0" normalizeH="0" noProof="0" dirty="0">
              <a:ln>
                <a:noFill/>
              </a:ln>
              <a:solidFill>
                <a:schemeClr val="tx2"/>
              </a:solidFill>
              <a:effectLst/>
              <a:uLnTx/>
              <a:uFillTx/>
              <a:latin typeface="Rajdhani"/>
              <a:ea typeface="Rajdhani"/>
              <a:cs typeface="Rajdhani"/>
              <a:sym typeface="Rajdhani"/>
            </a:endParaRPr>
          </a:p>
          <a:p>
            <a:pPr marL="0" marR="0" lvl="0" indent="0" algn="l" defTabSz="914400" rtl="0" eaLnBrk="1" fontAlgn="auto" latinLnBrk="0" hangingPunct="1">
              <a:lnSpc>
                <a:spcPct val="100000"/>
              </a:lnSpc>
              <a:spcBef>
                <a:spcPts val="0"/>
              </a:spcBef>
              <a:spcAft>
                <a:spcPts val="0"/>
              </a:spcAft>
              <a:buClr>
                <a:srgbClr val="F3F3F3"/>
              </a:buClr>
              <a:buSzPts val="3000"/>
              <a:buFont typeface="Rajdhani"/>
              <a:buNone/>
              <a:tabLst/>
              <a:defRPr/>
            </a:pPr>
            <a:endParaRPr kumimoji="0" lang="es-ES" sz="3000" b="1" i="0" u="none" strike="noStrike" kern="0" cap="none" spc="0" normalizeH="0" baseline="0" noProof="0" dirty="0">
              <a:ln>
                <a:noFill/>
              </a:ln>
              <a:solidFill>
                <a:schemeClr val="tx2"/>
              </a:solidFill>
              <a:effectLst/>
              <a:uLnTx/>
              <a:uFillTx/>
              <a:latin typeface="Rajdhani"/>
              <a:ea typeface="Rajdhani"/>
              <a:cs typeface="Rajdhani"/>
              <a:sym typeface="Rajdhani"/>
            </a:endParaRPr>
          </a:p>
        </p:txBody>
      </p:sp>
      <p:cxnSp>
        <p:nvCxnSpPr>
          <p:cNvPr id="152" name="Google Shape;258;p31"/>
          <p:cNvCxnSpPr/>
          <p:nvPr/>
        </p:nvCxnSpPr>
        <p:spPr>
          <a:xfrm rot="5400000">
            <a:off x="203275" y="1099569"/>
            <a:ext cx="386257" cy="5405"/>
          </a:xfrm>
          <a:prstGeom prst="straightConnector1">
            <a:avLst/>
          </a:prstGeom>
          <a:noFill/>
          <a:ln w="19050" cap="flat" cmpd="sng">
            <a:solidFill>
              <a:srgbClr val="F3F3F3"/>
            </a:solidFill>
            <a:prstDash val="solid"/>
            <a:round/>
            <a:headEnd type="oval" w="med" len="med"/>
            <a:tailEnd type="oval" w="med" len="med"/>
          </a:ln>
        </p:spPr>
      </p:cxnSp>
      <p:sp>
        <p:nvSpPr>
          <p:cNvPr id="9" name="Google Shape;1603;p42"/>
          <p:cNvSpPr txBox="1"/>
          <p:nvPr/>
        </p:nvSpPr>
        <p:spPr>
          <a:xfrm>
            <a:off x="293077" y="1263592"/>
            <a:ext cx="8763167" cy="3350105"/>
          </a:xfrm>
          <a:prstGeom prst="rect">
            <a:avLst/>
          </a:prstGeom>
          <a:noFill/>
          <a:ln>
            <a:noFill/>
          </a:ln>
        </p:spPr>
        <p:txBody>
          <a:bodyPr spcFirstLastPara="1" wrap="square" lIns="91425" tIns="182875" rIns="91425" bIns="0" anchor="t" anchorCtr="0">
            <a:noAutofit/>
          </a:bodyPr>
          <a:lstStyle/>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4.</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Generar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un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reporte</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los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pasos para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poder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obtener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funciones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graficos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 las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trayectorias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parametrizadas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Código </a:t>
            </a:r>
            <a:r>
              <a:rPr lang="en-US" sz="1600" b="1" dirty="0" err="1">
                <a:solidFill>
                  <a:schemeClr val="tx2"/>
                </a:solidFill>
                <a:latin typeface="Fira Sans Condensed Light" panose="020B0604020202020204" charset="0"/>
                <a:cs typeface="Times New Roman" panose="02020603050405020304" pitchFamily="18" charset="0"/>
              </a:rPr>
              <a:t>en</a:t>
            </a:r>
            <a:r>
              <a:rPr lang="en-US" sz="1600" b="1" dirty="0">
                <a:solidFill>
                  <a:schemeClr val="tx2"/>
                </a:solidFill>
                <a:latin typeface="Fira Sans Condensed Light" panose="020B0604020202020204" charset="0"/>
                <a:cs typeface="Times New Roman" panose="02020603050405020304" pitchFamily="18" charset="0"/>
              </a:rPr>
              <a:t>  MATLAB</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5.</a:t>
            </a:r>
            <a:r>
              <a:rPr lang="en-US" sz="1600" dirty="0">
                <a:solidFill>
                  <a:schemeClr val="tx2"/>
                </a:solidFill>
                <a:latin typeface="Fira Sans Condensed Light" panose="020B0604020202020204" charset="0"/>
                <a:cs typeface="Times New Roman" panose="02020603050405020304" pitchFamily="18" charset="0"/>
              </a:rPr>
              <a:t> </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Preparar</a:t>
            </a:r>
            <a:r>
              <a:rPr lang="en-US" sz="1600" b="1"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una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presentación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análisis</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realizado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caso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hipotético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planteado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partir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del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tópico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tx2"/>
                </a:solidFill>
                <a:latin typeface="Fira Sans Condensed Light" panose="020B0604020202020204" charset="0"/>
                <a:cs typeface="Times New Roman" panose="02020603050405020304" pitchFamily="18" charset="0"/>
              </a:rPr>
              <a:t>cmd_vel</a:t>
            </a:r>
            <a:r>
              <a:rPr lang="en-US" sz="1600" b="1" dirty="0">
                <a:solidFill>
                  <a:schemeClr val="tx2"/>
                </a:solidFill>
                <a:latin typeface="Fira Sans Condensed Light" panose="020B0604020202020204" charset="0"/>
                <a:cs typeface="Times New Roman" panose="02020603050405020304" pitchFamily="18" charset="0"/>
              </a:rPr>
              <a:t> </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y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nodo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err="1">
                <a:solidFill>
                  <a:schemeClr val="tx2"/>
                </a:solidFill>
                <a:latin typeface="Fira Sans Condensed Light" panose="020B0604020202020204" charset="0"/>
                <a:cs typeface="Times New Roman" panose="02020603050405020304" pitchFamily="18" charset="0"/>
              </a:rPr>
              <a:t>Puzzlebot</a:t>
            </a:r>
            <a:r>
              <a:rPr lang="en-US" sz="1600" b="1" dirty="0">
                <a:solidFill>
                  <a:schemeClr val="tx2"/>
                </a:solidFill>
                <a:latin typeface="Fira Sans Condensed Light" panose="020B0604020202020204" charset="0"/>
                <a:cs typeface="Times New Roman" panose="02020603050405020304" pitchFamily="18" charset="0"/>
              </a:rPr>
              <a:t> Sim</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Incluir</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la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entrega</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el</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dirty="0" err="1">
                <a:solidFill>
                  <a:schemeClr val="bg1">
                    <a:lumMod val="60000"/>
                    <a:lumOff val="40000"/>
                  </a:schemeClr>
                </a:solidFill>
                <a:latin typeface="Fira Sans Condensed Light" panose="020B0604020202020204" charset="0"/>
                <a:cs typeface="Times New Roman" panose="02020603050405020304" pitchFamily="18" charset="0"/>
              </a:rPr>
              <a:t>archivo</a:t>
            </a:r>
            <a:r>
              <a:rPr lang="en-US" sz="1600" dirty="0">
                <a:solidFill>
                  <a:schemeClr val="bg1">
                    <a:lumMod val="60000"/>
                    <a:lumOff val="40000"/>
                  </a:schemeClr>
                </a:solidFill>
                <a:latin typeface="Fira Sans Condensed Light" panose="020B0604020202020204" charset="0"/>
                <a:cs typeface="Times New Roman" panose="02020603050405020304" pitchFamily="18" charset="0"/>
              </a:rPr>
              <a:t> </a:t>
            </a:r>
            <a:r>
              <a:rPr lang="en-US" sz="1600" b="1" dirty="0">
                <a:solidFill>
                  <a:schemeClr val="tx2"/>
                </a:solidFill>
                <a:latin typeface="Fira Sans Condensed Light" panose="020B0604020202020204" charset="0"/>
                <a:cs typeface="Times New Roman" panose="02020603050405020304" pitchFamily="18" charset="0"/>
              </a:rPr>
              <a:t>Presentación.pptx.</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r>
              <a:rPr lang="en-US" sz="1600" b="1" dirty="0">
                <a:solidFill>
                  <a:schemeClr val="tx2"/>
                </a:solidFill>
                <a:latin typeface="Fira Sans Condensed Light" panose="020B0604020202020204" charset="0"/>
                <a:cs typeface="Times New Roman" panose="02020603050405020304" pitchFamily="18" charset="0"/>
              </a:rPr>
              <a:t>6. Subir </a:t>
            </a:r>
            <a:r>
              <a:rPr lang="en-US" sz="1600" dirty="0" err="1">
                <a:solidFill>
                  <a:schemeClr val="tx2"/>
                </a:solidFill>
                <a:latin typeface="Fira Sans Condensed Light" panose="020B0604020202020204" charset="0"/>
                <a:cs typeface="Times New Roman" panose="02020603050405020304" pitchFamily="18" charset="0"/>
              </a:rPr>
              <a:t>el</a:t>
            </a:r>
            <a:r>
              <a:rPr lang="en-US" sz="1600" dirty="0">
                <a:solidFill>
                  <a:schemeClr val="tx2"/>
                </a:solidFill>
                <a:latin typeface="Fira Sans Condensed Light" panose="020B0604020202020204" charset="0"/>
                <a:cs typeface="Times New Roman" panose="02020603050405020304" pitchFamily="18" charset="0"/>
              </a:rPr>
              <a:t> link del </a:t>
            </a:r>
            <a:r>
              <a:rPr lang="en-US" sz="1600" dirty="0" err="1">
                <a:solidFill>
                  <a:schemeClr val="tx2"/>
                </a:solidFill>
                <a:latin typeface="Fira Sans Condensed Light" panose="020B0604020202020204" charset="0"/>
                <a:cs typeface="Times New Roman" panose="02020603050405020304" pitchFamily="18" charset="0"/>
              </a:rPr>
              <a:t>repositorio</a:t>
            </a:r>
            <a:r>
              <a:rPr lang="en-US" sz="1600" dirty="0">
                <a:solidFill>
                  <a:schemeClr val="tx2"/>
                </a:solidFill>
                <a:latin typeface="Fira Sans Condensed Light" panose="020B0604020202020204" charset="0"/>
                <a:cs typeface="Times New Roman" panose="02020603050405020304" pitchFamily="18" charset="0"/>
              </a:rPr>
              <a:t> </a:t>
            </a:r>
            <a:r>
              <a:rPr lang="en-US" sz="1600" dirty="0" err="1">
                <a:solidFill>
                  <a:schemeClr val="tx2"/>
                </a:solidFill>
                <a:latin typeface="Fira Sans Condensed Light" panose="020B0604020202020204" charset="0"/>
                <a:cs typeface="Times New Roman" panose="02020603050405020304" pitchFamily="18" charset="0"/>
              </a:rPr>
              <a:t>en</a:t>
            </a:r>
            <a:r>
              <a:rPr lang="en-US" sz="1600" dirty="0">
                <a:solidFill>
                  <a:schemeClr val="tx2"/>
                </a:solidFill>
                <a:latin typeface="Fira Sans Condensed Light" panose="020B0604020202020204" charset="0"/>
                <a:cs typeface="Times New Roman" panose="02020603050405020304" pitchFamily="18" charset="0"/>
              </a:rPr>
              <a:t> CANVAS para </a:t>
            </a:r>
            <a:r>
              <a:rPr lang="en-US" sz="1600" b="1" dirty="0">
                <a:solidFill>
                  <a:schemeClr val="tx2"/>
                </a:solidFill>
                <a:latin typeface="Fira Sans Condensed Light" panose="020B0604020202020204" charset="0"/>
                <a:cs typeface="Times New Roman" panose="02020603050405020304" pitchFamily="18" charset="0"/>
              </a:rPr>
              <a:t>“</a:t>
            </a:r>
            <a:r>
              <a:rPr lang="en-US" sz="1600" b="1" dirty="0" err="1">
                <a:solidFill>
                  <a:schemeClr val="bg1">
                    <a:lumMod val="60000"/>
                    <a:lumOff val="40000"/>
                  </a:schemeClr>
                </a:solidFill>
                <a:latin typeface="Fira Sans Condensed Light" panose="020B0604020202020204" charset="0"/>
                <a:cs typeface="Times New Roman" panose="02020603050405020304" pitchFamily="18" charset="0"/>
              </a:rPr>
              <a:t>Evaluación</a:t>
            </a:r>
            <a:r>
              <a:rPr lang="en-US" sz="1600" b="1" dirty="0">
                <a:solidFill>
                  <a:schemeClr val="tx2"/>
                </a:solidFill>
                <a:latin typeface="Fira Sans Condensed Light" panose="020B0604020202020204" charset="0"/>
                <a:cs typeface="Times New Roman" panose="02020603050405020304" pitchFamily="18" charset="0"/>
              </a:rPr>
              <a:t>”</a:t>
            </a:r>
          </a:p>
          <a:p>
            <a:pPr algn="just"/>
            <a:r>
              <a:rPr lang="es-ES" sz="1600" b="1" dirty="0">
                <a:solidFill>
                  <a:schemeClr val="tx2"/>
                </a:solidFill>
                <a:latin typeface="Fira Sans Condensed Light" panose="020B0604020202020204" charset="0"/>
                <a:cs typeface="Times New Roman" panose="02020603050405020304" pitchFamily="18" charset="0"/>
              </a:rPr>
              <a:t>                                        </a:t>
            </a: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tx2"/>
              </a:solidFill>
              <a:latin typeface="Fira Sans Condensed Light" panose="020B0604020202020204" charset="0"/>
              <a:cs typeface="Times New Roman" panose="02020603050405020304" pitchFamily="18" charset="0"/>
            </a:endParaRPr>
          </a:p>
          <a:p>
            <a:pPr algn="r"/>
            <a:endParaRPr lang="en-US" sz="1600" b="1" dirty="0">
              <a:solidFill>
                <a:schemeClr val="tx2"/>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n-US" sz="1600" b="1" dirty="0">
              <a:solidFill>
                <a:schemeClr val="bg1">
                  <a:lumMod val="60000"/>
                  <a:lumOff val="40000"/>
                </a:schemeClr>
              </a:solidFill>
              <a:latin typeface="Fira Sans Condensed Light" panose="020B0604020202020204" charset="0"/>
              <a:cs typeface="Times New Roman" panose="02020603050405020304" pitchFamily="18" charset="0"/>
            </a:endParaRPr>
          </a:p>
          <a:p>
            <a:pPr algn="just"/>
            <a:endParaRPr lang="es-ES" sz="1600" b="1" dirty="0">
              <a:solidFill>
                <a:schemeClr val="tx2"/>
              </a:solidFill>
              <a:latin typeface="Fira Sans Condensed Light" panose="020B0604020202020204" charset="0"/>
              <a:cs typeface="Times New Roman" panose="02020603050405020304" pitchFamily="18" charset="0"/>
            </a:endParaRPr>
          </a:p>
        </p:txBody>
      </p:sp>
      <p:sp>
        <p:nvSpPr>
          <p:cNvPr id="11" name="Google Shape;136;p27"/>
          <p:cNvSpPr txBox="1">
            <a:spLocks/>
          </p:cNvSpPr>
          <p:nvPr/>
        </p:nvSpPr>
        <p:spPr>
          <a:xfrm>
            <a:off x="0" y="4922784"/>
            <a:ext cx="3352799" cy="220716"/>
          </a:xfrm>
          <a:prstGeom prst="rect">
            <a:avLst/>
          </a:prstGeom>
          <a:noFill/>
          <a:ln>
            <a:noFill/>
          </a:ln>
        </p:spPr>
        <p:txBody>
          <a:bodyPr spcFirstLastPara="1" wrap="square" lIns="91425" tIns="91425" rIns="91425" bIns="91425" anchor="ctr" anchorCtr="0">
            <a:noAutofit/>
          </a:bodyPr>
          <a:lstStyle/>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t>   </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4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4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p>
          <a:p>
            <a:pPr marL="457200" marR="0" lvl="0" indent="-304800" algn="l" defTabSz="914400" rtl="0" eaLnBrk="1" fontAlgn="auto" latinLnBrk="0" hangingPunct="1">
              <a:lnSpc>
                <a:spcPct val="100000"/>
              </a:lnSpc>
              <a:spcBef>
                <a:spcPts val="0"/>
              </a:spcBef>
              <a:spcAft>
                <a:spcPts val="0"/>
              </a:spcAft>
              <a:buClr>
                <a:srgbClr val="F3F3F3"/>
              </a:buClr>
              <a:buSzPts val="2100"/>
              <a:buFont typeface="Fira Sans Condensed Light"/>
              <a:buNone/>
              <a:tabLst/>
              <a:defRPr/>
            </a:pPr>
            <a:br>
              <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4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extLst>
      <p:ext uri="{BB962C8B-B14F-4D97-AF65-F5344CB8AC3E}">
        <p14:creationId xmlns:p14="http://schemas.microsoft.com/office/powerpoint/2010/main" val="39989845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798"/>
        <p:cNvGrpSpPr/>
        <p:nvPr/>
      </p:nvGrpSpPr>
      <p:grpSpPr>
        <a:xfrm>
          <a:off x="0" y="0"/>
          <a:ext cx="0" cy="0"/>
          <a:chOff x="0" y="0"/>
          <a:chExt cx="0" cy="0"/>
        </a:xfrm>
      </p:grpSpPr>
      <p:sp>
        <p:nvSpPr>
          <p:cNvPr id="6" name="Google Shape;1768;p46"/>
          <p:cNvSpPr txBox="1">
            <a:spLocks/>
          </p:cNvSpPr>
          <p:nvPr/>
        </p:nvSpPr>
        <p:spPr>
          <a:xfrm>
            <a:off x="2562175" y="725400"/>
            <a:ext cx="4020000" cy="14628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1pPr>
            <a:lvl2pPr marR="0" lvl="1"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2pPr>
            <a:lvl3pPr marR="0" lvl="2"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3pPr>
            <a:lvl4pPr marR="0" lvl="3"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4pPr>
            <a:lvl5pPr marR="0" lvl="4"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5pPr>
            <a:lvl6pPr marR="0" lvl="5"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6pPr>
            <a:lvl7pPr marR="0" lvl="6"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7pPr>
            <a:lvl8pPr marR="0" lvl="7"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8pPr>
            <a:lvl9pPr marR="0" lvl="8" algn="ctr" rtl="0">
              <a:lnSpc>
                <a:spcPct val="100000"/>
              </a:lnSpc>
              <a:spcBef>
                <a:spcPts val="0"/>
              </a:spcBef>
              <a:spcAft>
                <a:spcPts val="0"/>
              </a:spcAft>
              <a:buClr>
                <a:srgbClr val="F3F3F3"/>
              </a:buClr>
              <a:buSzPts val="3000"/>
              <a:buFont typeface="Rajdhani"/>
              <a:buNone/>
              <a:defRPr sz="3000" b="1" i="0" u="none" strike="noStrike" cap="none">
                <a:solidFill>
                  <a:srgbClr val="F3F3F3"/>
                </a:solidFill>
                <a:latin typeface="Rajdhani"/>
                <a:ea typeface="Rajdhani"/>
                <a:cs typeface="Rajdhani"/>
                <a:sym typeface="Rajdhani"/>
              </a:defRPr>
            </a:lvl9pPr>
          </a:lstStyle>
          <a:p>
            <a:r>
              <a:rPr lang="es-ES" dirty="0"/>
              <a:t>Fin de la Sesión</a:t>
            </a:r>
          </a:p>
        </p:txBody>
      </p:sp>
      <p:sp>
        <p:nvSpPr>
          <p:cNvPr id="7" name="Google Shape;1769;p46"/>
          <p:cNvSpPr txBox="1">
            <a:spLocks/>
          </p:cNvSpPr>
          <p:nvPr/>
        </p:nvSpPr>
        <p:spPr>
          <a:xfrm>
            <a:off x="2561975" y="2105100"/>
            <a:ext cx="4020000" cy="1203900"/>
          </a:xfrm>
          <a:prstGeom prst="rect">
            <a:avLst/>
          </a:prstGeom>
          <a:solidFill>
            <a:srgbClr val="FFFFFF">
              <a:alpha val="45090"/>
            </a:srgbClr>
          </a:solid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298450" algn="l" rtl="0">
              <a:lnSpc>
                <a:spcPct val="100000"/>
              </a:lnSpc>
              <a:spcBef>
                <a:spcPts val="0"/>
              </a:spcBef>
              <a:spcAft>
                <a:spcPts val="0"/>
              </a:spcAft>
              <a:buClr>
                <a:srgbClr val="434343"/>
              </a:buClr>
              <a:buSzPts val="1100"/>
              <a:buFont typeface="Fira Sans Condensed Light"/>
              <a:buAutoNum type="arabicPeriod"/>
              <a:defRPr sz="1300" b="0" i="0" u="none" strike="noStrike" cap="none">
                <a:solidFill>
                  <a:srgbClr val="F3F3F3"/>
                </a:solidFill>
                <a:latin typeface="Fira Sans Condensed Light"/>
                <a:ea typeface="Fira Sans Condensed Light"/>
                <a:cs typeface="Fira Sans Condensed Light"/>
                <a:sym typeface="Fira Sans Condensed Light"/>
              </a:defRPr>
            </a:lvl1pPr>
            <a:lvl2pPr marL="914400" marR="0" lvl="1"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2pPr>
            <a:lvl3pPr marL="1371600" marR="0" lvl="2"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3pPr>
            <a:lvl4pPr marL="1828800" marR="0" lvl="3"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4pPr>
            <a:lvl5pPr marL="2286000" marR="0" lvl="4"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5pPr>
            <a:lvl6pPr marL="2743200" marR="0" lvl="5" indent="-298450" algn="l" rtl="0">
              <a:lnSpc>
                <a:spcPct val="115000"/>
              </a:lnSpc>
              <a:spcBef>
                <a:spcPts val="1600"/>
              </a:spcBef>
              <a:spcAft>
                <a:spcPts val="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6pPr>
            <a:lvl7pPr marL="3200400" marR="0" lvl="6" indent="-298450" algn="l" rtl="0">
              <a:lnSpc>
                <a:spcPct val="115000"/>
              </a:lnSpc>
              <a:spcBef>
                <a:spcPts val="1600"/>
              </a:spcBef>
              <a:spcAft>
                <a:spcPts val="0"/>
              </a:spcAft>
              <a:buClr>
                <a:srgbClr val="000000"/>
              </a:buClr>
              <a:buSzPts val="1100"/>
              <a:buFont typeface="Fira Sans Condensed Light"/>
              <a:buAutoNum type="arabicPeriod"/>
              <a:defRPr sz="1200" b="0" i="0" u="none" strike="noStrike" cap="none">
                <a:solidFill>
                  <a:srgbClr val="F3F3F3"/>
                </a:solidFill>
                <a:latin typeface="Fira Sans Condensed Light"/>
                <a:ea typeface="Fira Sans Condensed Light"/>
                <a:cs typeface="Fira Sans Condensed Light"/>
                <a:sym typeface="Fira Sans Condensed Light"/>
              </a:defRPr>
            </a:lvl7pPr>
            <a:lvl8pPr marL="3657600" marR="0" lvl="7" indent="-298450" algn="l" rtl="0">
              <a:lnSpc>
                <a:spcPct val="115000"/>
              </a:lnSpc>
              <a:spcBef>
                <a:spcPts val="1600"/>
              </a:spcBef>
              <a:spcAft>
                <a:spcPts val="0"/>
              </a:spcAft>
              <a:buClr>
                <a:srgbClr val="000000"/>
              </a:buClr>
              <a:buSzPts val="1100"/>
              <a:buFont typeface="Fira Sans Condensed Light"/>
              <a:buAutoNum type="alphaLcPeriod"/>
              <a:defRPr sz="1200" b="0" i="0" u="none" strike="noStrike" cap="none">
                <a:solidFill>
                  <a:srgbClr val="F3F3F3"/>
                </a:solidFill>
                <a:latin typeface="Fira Sans Condensed Light"/>
                <a:ea typeface="Fira Sans Condensed Light"/>
                <a:cs typeface="Fira Sans Condensed Light"/>
                <a:sym typeface="Fira Sans Condensed Light"/>
              </a:defRPr>
            </a:lvl8pPr>
            <a:lvl9pPr marL="4114800" marR="0" lvl="8" indent="-298450" algn="l" rtl="0">
              <a:lnSpc>
                <a:spcPct val="115000"/>
              </a:lnSpc>
              <a:spcBef>
                <a:spcPts val="1600"/>
              </a:spcBef>
              <a:spcAft>
                <a:spcPts val="1600"/>
              </a:spcAft>
              <a:buClr>
                <a:srgbClr val="000000"/>
              </a:buClr>
              <a:buSzPts val="1100"/>
              <a:buFont typeface="Fira Sans Condensed Light"/>
              <a:buAutoNum type="romanLcPeriod"/>
              <a:defRPr sz="1200" b="0" i="0" u="none" strike="noStrike" cap="none">
                <a:solidFill>
                  <a:srgbClr val="F3F3F3"/>
                </a:solidFill>
                <a:latin typeface="Fira Sans Condensed Light"/>
                <a:ea typeface="Fira Sans Condensed Light"/>
                <a:cs typeface="Fira Sans Condensed Light"/>
                <a:sym typeface="Fira Sans Condensed Light"/>
              </a:defRPr>
            </a:lvl9pPr>
          </a:lstStyle>
          <a:p>
            <a:pPr marL="0" indent="0" algn="ctr">
              <a:buClr>
                <a:schemeClr val="dk1"/>
              </a:buClr>
              <a:buFont typeface="Arial"/>
              <a:buNone/>
            </a:pPr>
            <a:r>
              <a:rPr lang="es-ES" dirty="0"/>
              <a:t>Preguntas?</a:t>
            </a:r>
          </a:p>
          <a:p>
            <a:pPr marL="0" indent="0" algn="ctr">
              <a:buClr>
                <a:schemeClr val="dk1"/>
              </a:buClr>
              <a:buFont typeface="Arial"/>
              <a:buNone/>
            </a:pPr>
            <a:endParaRPr lang="es-ES" dirty="0"/>
          </a:p>
          <a:p>
            <a:pPr marL="0" indent="0" algn="ctr">
              <a:buClr>
                <a:schemeClr val="dk1"/>
              </a:buClr>
              <a:buFont typeface="Arial"/>
              <a:buNone/>
            </a:pPr>
            <a:r>
              <a:rPr lang="es-ES" dirty="0">
                <a:hlinkClick r:id="rId4"/>
              </a:rPr>
              <a:t>Alfredo.garcias@tec.mx</a:t>
            </a:r>
            <a:endParaRPr lang="es-ES" dirty="0"/>
          </a:p>
          <a:p>
            <a:pPr marL="0" indent="0" algn="ctr">
              <a:buClr>
                <a:schemeClr val="dk1"/>
              </a:buClr>
              <a:buFont typeface="Arial"/>
              <a:buNone/>
            </a:pPr>
            <a:r>
              <a:rPr lang="es-ES"/>
              <a:t>https://itesm.zoom.us/j/9648719322</a:t>
            </a:r>
            <a:endParaRPr lang="es-ES" dirty="0"/>
          </a:p>
          <a:p>
            <a:pPr marL="0" indent="0" algn="ctr">
              <a:buClr>
                <a:schemeClr val="dk1"/>
              </a:buClr>
              <a:buFont typeface="Arial"/>
              <a:buNone/>
            </a:pPr>
            <a:r>
              <a:rPr lang="es-ES" dirty="0"/>
              <a:t> </a:t>
            </a:r>
          </a:p>
        </p:txBody>
      </p:sp>
      <p:grpSp>
        <p:nvGrpSpPr>
          <p:cNvPr id="8" name="Google Shape;1771;p46"/>
          <p:cNvGrpSpPr/>
          <p:nvPr/>
        </p:nvGrpSpPr>
        <p:grpSpPr>
          <a:xfrm>
            <a:off x="3914560" y="3451633"/>
            <a:ext cx="268782" cy="268485"/>
            <a:chOff x="3303268" y="3817349"/>
            <a:chExt cx="346056" cy="345674"/>
          </a:xfrm>
        </p:grpSpPr>
        <p:sp>
          <p:nvSpPr>
            <p:cNvPr id="9" name="Google Shape;1772;p46"/>
            <p:cNvSpPr/>
            <p:nvPr/>
          </p:nvSpPr>
          <p:spPr>
            <a:xfrm>
              <a:off x="3303268" y="3817349"/>
              <a:ext cx="346056" cy="345674"/>
            </a:xfrm>
            <a:custGeom>
              <a:avLst/>
              <a:gdLst/>
              <a:ahLst/>
              <a:cxnLst/>
              <a:rect l="l" t="t" r="r" b="b"/>
              <a:pathLst>
                <a:path w="10872" h="10860" extrusionOk="0">
                  <a:moveTo>
                    <a:pt x="5418" y="334"/>
                  </a:moveTo>
                  <a:cubicBezTo>
                    <a:pt x="8228" y="334"/>
                    <a:pt x="10514" y="2608"/>
                    <a:pt x="10514" y="5430"/>
                  </a:cubicBezTo>
                  <a:cubicBezTo>
                    <a:pt x="10514" y="8240"/>
                    <a:pt x="8228" y="10514"/>
                    <a:pt x="5418" y="10514"/>
                  </a:cubicBezTo>
                  <a:cubicBezTo>
                    <a:pt x="2608" y="10514"/>
                    <a:pt x="334" y="8240"/>
                    <a:pt x="334" y="5430"/>
                  </a:cubicBezTo>
                  <a:cubicBezTo>
                    <a:pt x="334" y="2608"/>
                    <a:pt x="2608" y="334"/>
                    <a:pt x="5418"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3" y="10859"/>
                    <a:pt x="8252" y="10300"/>
                    <a:pt x="9276" y="9264"/>
                  </a:cubicBezTo>
                  <a:cubicBezTo>
                    <a:pt x="10300" y="8240"/>
                    <a:pt x="10871" y="6871"/>
                    <a:pt x="10871" y="5430"/>
                  </a:cubicBezTo>
                  <a:cubicBezTo>
                    <a:pt x="10871" y="3989"/>
                    <a:pt x="10300" y="2620"/>
                    <a:pt x="9276" y="1584"/>
                  </a:cubicBezTo>
                  <a:cubicBezTo>
                    <a:pt x="8252" y="560"/>
                    <a:pt x="6883"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773;p46"/>
            <p:cNvSpPr/>
            <p:nvPr/>
          </p:nvSpPr>
          <p:spPr>
            <a:xfrm>
              <a:off x="3368074" y="3882537"/>
              <a:ext cx="215298" cy="215298"/>
            </a:xfrm>
            <a:custGeom>
              <a:avLst/>
              <a:gdLst/>
              <a:ahLst/>
              <a:cxnLst/>
              <a:rect l="l" t="t" r="r" b="b"/>
              <a:pathLst>
                <a:path w="6764" h="6764" extrusionOk="0">
                  <a:moveTo>
                    <a:pt x="5335" y="346"/>
                  </a:moveTo>
                  <a:cubicBezTo>
                    <a:pt x="5930" y="346"/>
                    <a:pt x="6418" y="834"/>
                    <a:pt x="6418" y="1429"/>
                  </a:cubicBezTo>
                  <a:lnTo>
                    <a:pt x="6418" y="5335"/>
                  </a:lnTo>
                  <a:cubicBezTo>
                    <a:pt x="6418" y="5930"/>
                    <a:pt x="5930" y="6418"/>
                    <a:pt x="5335" y="6418"/>
                  </a:cubicBezTo>
                  <a:lnTo>
                    <a:pt x="1429" y="6418"/>
                  </a:lnTo>
                  <a:cubicBezTo>
                    <a:pt x="834" y="6418"/>
                    <a:pt x="346" y="5930"/>
                    <a:pt x="346" y="5335"/>
                  </a:cubicBezTo>
                  <a:lnTo>
                    <a:pt x="346" y="1429"/>
                  </a:lnTo>
                  <a:cubicBezTo>
                    <a:pt x="346" y="834"/>
                    <a:pt x="834" y="346"/>
                    <a:pt x="1429" y="346"/>
                  </a:cubicBezTo>
                  <a:close/>
                  <a:moveTo>
                    <a:pt x="1429" y="1"/>
                  </a:moveTo>
                  <a:cubicBezTo>
                    <a:pt x="644" y="1"/>
                    <a:pt x="1" y="644"/>
                    <a:pt x="1" y="1429"/>
                  </a:cubicBezTo>
                  <a:lnTo>
                    <a:pt x="1" y="5335"/>
                  </a:lnTo>
                  <a:cubicBezTo>
                    <a:pt x="1" y="6120"/>
                    <a:pt x="644" y="6763"/>
                    <a:pt x="1429" y="6763"/>
                  </a:cubicBezTo>
                  <a:lnTo>
                    <a:pt x="5335" y="6763"/>
                  </a:lnTo>
                  <a:cubicBezTo>
                    <a:pt x="6121" y="6763"/>
                    <a:pt x="6763" y="6120"/>
                    <a:pt x="6763" y="5335"/>
                  </a:cubicBezTo>
                  <a:lnTo>
                    <a:pt x="6763" y="1429"/>
                  </a:lnTo>
                  <a:cubicBezTo>
                    <a:pt x="6763" y="644"/>
                    <a:pt x="6121" y="1"/>
                    <a:pt x="533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774;p46"/>
            <p:cNvSpPr/>
            <p:nvPr/>
          </p:nvSpPr>
          <p:spPr>
            <a:xfrm>
              <a:off x="3418143" y="3933656"/>
              <a:ext cx="114811" cy="112742"/>
            </a:xfrm>
            <a:custGeom>
              <a:avLst/>
              <a:gdLst/>
              <a:ahLst/>
              <a:cxnLst/>
              <a:rect l="l" t="t" r="r" b="b"/>
              <a:pathLst>
                <a:path w="3607" h="3542" extrusionOk="0">
                  <a:moveTo>
                    <a:pt x="1822" y="0"/>
                  </a:moveTo>
                  <a:cubicBezTo>
                    <a:pt x="812" y="0"/>
                    <a:pt x="1" y="851"/>
                    <a:pt x="59" y="1859"/>
                  </a:cubicBezTo>
                  <a:cubicBezTo>
                    <a:pt x="95" y="2776"/>
                    <a:pt x="833" y="3502"/>
                    <a:pt x="1726" y="3538"/>
                  </a:cubicBezTo>
                  <a:cubicBezTo>
                    <a:pt x="1764" y="3541"/>
                    <a:pt x="1802" y="3542"/>
                    <a:pt x="1840" y="3542"/>
                  </a:cubicBezTo>
                  <a:cubicBezTo>
                    <a:pt x="2178" y="3542"/>
                    <a:pt x="2494" y="3447"/>
                    <a:pt x="2762" y="3276"/>
                  </a:cubicBezTo>
                  <a:cubicBezTo>
                    <a:pt x="2857" y="3217"/>
                    <a:pt x="2869" y="3086"/>
                    <a:pt x="2797" y="3014"/>
                  </a:cubicBezTo>
                  <a:cubicBezTo>
                    <a:pt x="2761" y="2978"/>
                    <a:pt x="2711" y="2964"/>
                    <a:pt x="2664" y="2964"/>
                  </a:cubicBezTo>
                  <a:cubicBezTo>
                    <a:pt x="2634" y="2964"/>
                    <a:pt x="2606" y="2969"/>
                    <a:pt x="2583" y="2979"/>
                  </a:cubicBezTo>
                  <a:cubicBezTo>
                    <a:pt x="2380" y="3096"/>
                    <a:pt x="2149" y="3185"/>
                    <a:pt x="1897" y="3185"/>
                  </a:cubicBezTo>
                  <a:cubicBezTo>
                    <a:pt x="1868" y="3185"/>
                    <a:pt x="1839" y="3183"/>
                    <a:pt x="1809" y="3181"/>
                  </a:cubicBezTo>
                  <a:cubicBezTo>
                    <a:pt x="1023" y="3169"/>
                    <a:pt x="380" y="2514"/>
                    <a:pt x="392" y="1716"/>
                  </a:cubicBezTo>
                  <a:cubicBezTo>
                    <a:pt x="426" y="948"/>
                    <a:pt x="1028" y="330"/>
                    <a:pt x="1792" y="330"/>
                  </a:cubicBezTo>
                  <a:cubicBezTo>
                    <a:pt x="1833" y="330"/>
                    <a:pt x="1874" y="332"/>
                    <a:pt x="1916" y="335"/>
                  </a:cubicBezTo>
                  <a:cubicBezTo>
                    <a:pt x="2619" y="371"/>
                    <a:pt x="3190" y="943"/>
                    <a:pt x="3250" y="1633"/>
                  </a:cubicBezTo>
                  <a:cubicBezTo>
                    <a:pt x="3285" y="1919"/>
                    <a:pt x="3214" y="2193"/>
                    <a:pt x="3095" y="2431"/>
                  </a:cubicBezTo>
                  <a:cubicBezTo>
                    <a:pt x="3059" y="2490"/>
                    <a:pt x="3059" y="2574"/>
                    <a:pt x="3119" y="2633"/>
                  </a:cubicBezTo>
                  <a:cubicBezTo>
                    <a:pt x="3149" y="2663"/>
                    <a:pt x="3191" y="2678"/>
                    <a:pt x="3234" y="2678"/>
                  </a:cubicBezTo>
                  <a:cubicBezTo>
                    <a:pt x="3295" y="2678"/>
                    <a:pt x="3358" y="2648"/>
                    <a:pt x="3393" y="2586"/>
                  </a:cubicBezTo>
                  <a:cubicBezTo>
                    <a:pt x="3536" y="2324"/>
                    <a:pt x="3607" y="2014"/>
                    <a:pt x="3583" y="1669"/>
                  </a:cubicBezTo>
                  <a:cubicBezTo>
                    <a:pt x="3536" y="764"/>
                    <a:pt x="2797" y="50"/>
                    <a:pt x="1904" y="2"/>
                  </a:cubicBezTo>
                  <a:cubicBezTo>
                    <a:pt x="1877" y="1"/>
                    <a:pt x="1849" y="0"/>
                    <a:pt x="1822"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775;p46"/>
            <p:cNvSpPr/>
            <p:nvPr/>
          </p:nvSpPr>
          <p:spPr>
            <a:xfrm>
              <a:off x="3519298" y="3910197"/>
              <a:ext cx="29570" cy="29220"/>
            </a:xfrm>
            <a:custGeom>
              <a:avLst/>
              <a:gdLst/>
              <a:ahLst/>
              <a:cxnLst/>
              <a:rect l="l" t="t" r="r" b="b"/>
              <a:pathLst>
                <a:path w="929" h="918" extrusionOk="0">
                  <a:moveTo>
                    <a:pt x="465" y="1"/>
                  </a:moveTo>
                  <a:cubicBezTo>
                    <a:pt x="203" y="1"/>
                    <a:pt x="0" y="203"/>
                    <a:pt x="0" y="453"/>
                  </a:cubicBezTo>
                  <a:cubicBezTo>
                    <a:pt x="0" y="715"/>
                    <a:pt x="203" y="918"/>
                    <a:pt x="465" y="918"/>
                  </a:cubicBezTo>
                  <a:cubicBezTo>
                    <a:pt x="715" y="918"/>
                    <a:pt x="929" y="715"/>
                    <a:pt x="929" y="453"/>
                  </a:cubicBezTo>
                  <a:cubicBezTo>
                    <a:pt x="929" y="203"/>
                    <a:pt x="715" y="1"/>
                    <a:pt x="465"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 name="Google Shape;1776;p46"/>
          <p:cNvGrpSpPr/>
          <p:nvPr/>
        </p:nvGrpSpPr>
        <p:grpSpPr>
          <a:xfrm>
            <a:off x="4263368" y="3451633"/>
            <a:ext cx="268782" cy="268485"/>
            <a:chOff x="3752358" y="3817349"/>
            <a:chExt cx="346056" cy="345674"/>
          </a:xfrm>
        </p:grpSpPr>
        <p:sp>
          <p:nvSpPr>
            <p:cNvPr id="14" name="Google Shape;1777;p46"/>
            <p:cNvSpPr/>
            <p:nvPr/>
          </p:nvSpPr>
          <p:spPr>
            <a:xfrm>
              <a:off x="3752358" y="3817349"/>
              <a:ext cx="346056" cy="345674"/>
            </a:xfrm>
            <a:custGeom>
              <a:avLst/>
              <a:gdLst/>
              <a:ahLst/>
              <a:cxnLst/>
              <a:rect l="l" t="t" r="r" b="b"/>
              <a:pathLst>
                <a:path w="10872" h="10860" extrusionOk="0">
                  <a:moveTo>
                    <a:pt x="5430" y="334"/>
                  </a:moveTo>
                  <a:cubicBezTo>
                    <a:pt x="8252" y="334"/>
                    <a:pt x="10526" y="2608"/>
                    <a:pt x="10526" y="5430"/>
                  </a:cubicBezTo>
                  <a:cubicBezTo>
                    <a:pt x="10526" y="8240"/>
                    <a:pt x="8228"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300" y="8240"/>
                    <a:pt x="10871" y="6871"/>
                    <a:pt x="10871" y="5430"/>
                  </a:cubicBezTo>
                  <a:cubicBezTo>
                    <a:pt x="10871" y="3989"/>
                    <a:pt x="10300"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78;p46"/>
            <p:cNvSpPr/>
            <p:nvPr/>
          </p:nvSpPr>
          <p:spPr>
            <a:xfrm>
              <a:off x="3831933" y="3955682"/>
              <a:ext cx="47809" cy="120540"/>
            </a:xfrm>
            <a:custGeom>
              <a:avLst/>
              <a:gdLst/>
              <a:ahLst/>
              <a:cxnLst/>
              <a:rect l="l" t="t" r="r" b="b"/>
              <a:pathLst>
                <a:path w="1502" h="3787" extrusionOk="0">
                  <a:moveTo>
                    <a:pt x="1168" y="346"/>
                  </a:moveTo>
                  <a:lnTo>
                    <a:pt x="1168" y="3430"/>
                  </a:lnTo>
                  <a:lnTo>
                    <a:pt x="358" y="3430"/>
                  </a:lnTo>
                  <a:lnTo>
                    <a:pt x="358" y="346"/>
                  </a:lnTo>
                  <a:close/>
                  <a:moveTo>
                    <a:pt x="180" y="1"/>
                  </a:moveTo>
                  <a:cubicBezTo>
                    <a:pt x="96" y="1"/>
                    <a:pt x="1" y="72"/>
                    <a:pt x="1" y="179"/>
                  </a:cubicBezTo>
                  <a:lnTo>
                    <a:pt x="1" y="3608"/>
                  </a:lnTo>
                  <a:cubicBezTo>
                    <a:pt x="1" y="3703"/>
                    <a:pt x="72" y="3787"/>
                    <a:pt x="180" y="3787"/>
                  </a:cubicBezTo>
                  <a:lnTo>
                    <a:pt x="1323" y="3787"/>
                  </a:lnTo>
                  <a:cubicBezTo>
                    <a:pt x="1418" y="3787"/>
                    <a:pt x="1501" y="3715"/>
                    <a:pt x="1501" y="3608"/>
                  </a:cubicBezTo>
                  <a:lnTo>
                    <a:pt x="1501" y="179"/>
                  </a:lnTo>
                  <a:cubicBezTo>
                    <a:pt x="1501" y="72"/>
                    <a:pt x="1430" y="1"/>
                    <a:pt x="13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79;p46"/>
            <p:cNvSpPr/>
            <p:nvPr/>
          </p:nvSpPr>
          <p:spPr>
            <a:xfrm>
              <a:off x="3824739" y="3890112"/>
              <a:ext cx="55002" cy="55002"/>
            </a:xfrm>
            <a:custGeom>
              <a:avLst/>
              <a:gdLst/>
              <a:ahLst/>
              <a:cxnLst/>
              <a:rect l="l" t="t" r="r" b="b"/>
              <a:pathLst>
                <a:path w="1728" h="1728" extrusionOk="0">
                  <a:moveTo>
                    <a:pt x="870" y="334"/>
                  </a:moveTo>
                  <a:cubicBezTo>
                    <a:pt x="1156" y="334"/>
                    <a:pt x="1394" y="572"/>
                    <a:pt x="1394" y="846"/>
                  </a:cubicBezTo>
                  <a:cubicBezTo>
                    <a:pt x="1394" y="1132"/>
                    <a:pt x="1156" y="1370"/>
                    <a:pt x="870" y="1370"/>
                  </a:cubicBezTo>
                  <a:cubicBezTo>
                    <a:pt x="584" y="1370"/>
                    <a:pt x="346" y="1132"/>
                    <a:pt x="346" y="846"/>
                  </a:cubicBezTo>
                  <a:cubicBezTo>
                    <a:pt x="346" y="572"/>
                    <a:pt x="584" y="334"/>
                    <a:pt x="870" y="334"/>
                  </a:cubicBezTo>
                  <a:close/>
                  <a:moveTo>
                    <a:pt x="870" y="1"/>
                  </a:moveTo>
                  <a:cubicBezTo>
                    <a:pt x="394" y="1"/>
                    <a:pt x="1" y="394"/>
                    <a:pt x="1" y="870"/>
                  </a:cubicBezTo>
                  <a:cubicBezTo>
                    <a:pt x="1" y="1346"/>
                    <a:pt x="394" y="1727"/>
                    <a:pt x="870" y="1727"/>
                  </a:cubicBezTo>
                  <a:cubicBezTo>
                    <a:pt x="1346" y="1727"/>
                    <a:pt x="1727" y="1334"/>
                    <a:pt x="1727" y="870"/>
                  </a:cubicBezTo>
                  <a:cubicBezTo>
                    <a:pt x="1727" y="394"/>
                    <a:pt x="1346" y="1"/>
                    <a:pt x="87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80;p46"/>
            <p:cNvSpPr/>
            <p:nvPr/>
          </p:nvSpPr>
          <p:spPr>
            <a:xfrm>
              <a:off x="3904696" y="3955682"/>
              <a:ext cx="128148" cy="120540"/>
            </a:xfrm>
            <a:custGeom>
              <a:avLst/>
              <a:gdLst/>
              <a:ahLst/>
              <a:cxnLst/>
              <a:rect l="l" t="t" r="r" b="b"/>
              <a:pathLst>
                <a:path w="4026" h="3787" extrusionOk="0">
                  <a:moveTo>
                    <a:pt x="191" y="1"/>
                  </a:moveTo>
                  <a:cubicBezTo>
                    <a:pt x="96" y="1"/>
                    <a:pt x="1" y="72"/>
                    <a:pt x="1" y="179"/>
                  </a:cubicBezTo>
                  <a:lnTo>
                    <a:pt x="1" y="3608"/>
                  </a:lnTo>
                  <a:cubicBezTo>
                    <a:pt x="1" y="3703"/>
                    <a:pt x="84" y="3787"/>
                    <a:pt x="191" y="3787"/>
                  </a:cubicBezTo>
                  <a:lnTo>
                    <a:pt x="1334" y="3787"/>
                  </a:lnTo>
                  <a:cubicBezTo>
                    <a:pt x="1418" y="3787"/>
                    <a:pt x="1513" y="3715"/>
                    <a:pt x="1513" y="3608"/>
                  </a:cubicBezTo>
                  <a:lnTo>
                    <a:pt x="1513" y="2382"/>
                  </a:lnTo>
                  <a:cubicBezTo>
                    <a:pt x="1513" y="1977"/>
                    <a:pt x="1596" y="1501"/>
                    <a:pt x="2037" y="1501"/>
                  </a:cubicBezTo>
                  <a:cubicBezTo>
                    <a:pt x="2347" y="1501"/>
                    <a:pt x="2477" y="1763"/>
                    <a:pt x="2525" y="2060"/>
                  </a:cubicBezTo>
                  <a:cubicBezTo>
                    <a:pt x="2537" y="2156"/>
                    <a:pt x="2608" y="2215"/>
                    <a:pt x="2692" y="2215"/>
                  </a:cubicBezTo>
                  <a:cubicBezTo>
                    <a:pt x="2787" y="2215"/>
                    <a:pt x="2870" y="2120"/>
                    <a:pt x="2847" y="2025"/>
                  </a:cubicBezTo>
                  <a:cubicBezTo>
                    <a:pt x="2763" y="1465"/>
                    <a:pt x="2477" y="1155"/>
                    <a:pt x="2013" y="1155"/>
                  </a:cubicBezTo>
                  <a:cubicBezTo>
                    <a:pt x="1465" y="1155"/>
                    <a:pt x="1156" y="1608"/>
                    <a:pt x="1156" y="2382"/>
                  </a:cubicBezTo>
                  <a:lnTo>
                    <a:pt x="1156" y="3430"/>
                  </a:lnTo>
                  <a:lnTo>
                    <a:pt x="346" y="3430"/>
                  </a:lnTo>
                  <a:lnTo>
                    <a:pt x="346" y="358"/>
                  </a:lnTo>
                  <a:lnTo>
                    <a:pt x="918" y="358"/>
                  </a:lnTo>
                  <a:lnTo>
                    <a:pt x="918" y="572"/>
                  </a:lnTo>
                  <a:cubicBezTo>
                    <a:pt x="918" y="632"/>
                    <a:pt x="930" y="679"/>
                    <a:pt x="977" y="715"/>
                  </a:cubicBezTo>
                  <a:cubicBezTo>
                    <a:pt x="1007" y="733"/>
                    <a:pt x="1043" y="742"/>
                    <a:pt x="1078" y="742"/>
                  </a:cubicBezTo>
                  <a:cubicBezTo>
                    <a:pt x="1114" y="742"/>
                    <a:pt x="1150" y="733"/>
                    <a:pt x="1180" y="715"/>
                  </a:cubicBezTo>
                  <a:cubicBezTo>
                    <a:pt x="1477" y="477"/>
                    <a:pt x="1835" y="358"/>
                    <a:pt x="2227" y="358"/>
                  </a:cubicBezTo>
                  <a:cubicBezTo>
                    <a:pt x="3204" y="358"/>
                    <a:pt x="3656" y="1191"/>
                    <a:pt x="3656" y="2001"/>
                  </a:cubicBezTo>
                  <a:lnTo>
                    <a:pt x="3656" y="3430"/>
                  </a:lnTo>
                  <a:lnTo>
                    <a:pt x="2847" y="3430"/>
                  </a:lnTo>
                  <a:lnTo>
                    <a:pt x="2847" y="2870"/>
                  </a:lnTo>
                  <a:cubicBezTo>
                    <a:pt x="2847" y="2775"/>
                    <a:pt x="2775" y="2703"/>
                    <a:pt x="2692" y="2703"/>
                  </a:cubicBezTo>
                  <a:cubicBezTo>
                    <a:pt x="2597" y="2703"/>
                    <a:pt x="2525" y="2775"/>
                    <a:pt x="2525" y="2870"/>
                  </a:cubicBezTo>
                  <a:lnTo>
                    <a:pt x="2525" y="3596"/>
                  </a:lnTo>
                  <a:cubicBezTo>
                    <a:pt x="2525" y="3691"/>
                    <a:pt x="2597" y="3775"/>
                    <a:pt x="2704" y="3775"/>
                  </a:cubicBezTo>
                  <a:lnTo>
                    <a:pt x="3847" y="3775"/>
                  </a:lnTo>
                  <a:cubicBezTo>
                    <a:pt x="3942" y="3775"/>
                    <a:pt x="4025" y="3703"/>
                    <a:pt x="4025" y="3596"/>
                  </a:cubicBezTo>
                  <a:lnTo>
                    <a:pt x="4025" y="1989"/>
                  </a:lnTo>
                  <a:cubicBezTo>
                    <a:pt x="4025" y="810"/>
                    <a:pt x="3299" y="1"/>
                    <a:pt x="2239" y="1"/>
                  </a:cubicBezTo>
                  <a:cubicBezTo>
                    <a:pt x="1894" y="1"/>
                    <a:pt x="1573" y="84"/>
                    <a:pt x="1275" y="251"/>
                  </a:cubicBezTo>
                  <a:lnTo>
                    <a:pt x="1275" y="179"/>
                  </a:lnTo>
                  <a:cubicBezTo>
                    <a:pt x="1275" y="84"/>
                    <a:pt x="1204" y="1"/>
                    <a:pt x="1096"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781;p46"/>
          <p:cNvGrpSpPr/>
          <p:nvPr/>
        </p:nvGrpSpPr>
        <p:grpSpPr>
          <a:xfrm>
            <a:off x="4612176" y="3451633"/>
            <a:ext cx="268757" cy="268485"/>
            <a:chOff x="4201447" y="3817349"/>
            <a:chExt cx="346024" cy="345674"/>
          </a:xfrm>
        </p:grpSpPr>
        <p:sp>
          <p:nvSpPr>
            <p:cNvPr id="19" name="Google Shape;1782;p46"/>
            <p:cNvSpPr/>
            <p:nvPr/>
          </p:nvSpPr>
          <p:spPr>
            <a:xfrm>
              <a:off x="4201447" y="3817349"/>
              <a:ext cx="346024" cy="345674"/>
            </a:xfrm>
            <a:custGeom>
              <a:avLst/>
              <a:gdLst/>
              <a:ahLst/>
              <a:cxnLst/>
              <a:rect l="l" t="t" r="r" b="b"/>
              <a:pathLst>
                <a:path w="10871" h="10860" extrusionOk="0">
                  <a:moveTo>
                    <a:pt x="5430" y="334"/>
                  </a:moveTo>
                  <a:cubicBezTo>
                    <a:pt x="8252" y="334"/>
                    <a:pt x="10526" y="2608"/>
                    <a:pt x="10526" y="5430"/>
                  </a:cubicBezTo>
                  <a:cubicBezTo>
                    <a:pt x="10526" y="8240"/>
                    <a:pt x="8252" y="10514"/>
                    <a:pt x="5430" y="10514"/>
                  </a:cubicBezTo>
                  <a:cubicBezTo>
                    <a:pt x="2620" y="10514"/>
                    <a:pt x="346" y="8240"/>
                    <a:pt x="346" y="5430"/>
                  </a:cubicBezTo>
                  <a:cubicBezTo>
                    <a:pt x="346" y="2608"/>
                    <a:pt x="2620" y="334"/>
                    <a:pt x="5430" y="334"/>
                  </a:cubicBezTo>
                  <a:close/>
                  <a:moveTo>
                    <a:pt x="5430" y="1"/>
                  </a:moveTo>
                  <a:cubicBezTo>
                    <a:pt x="3989" y="1"/>
                    <a:pt x="2620" y="560"/>
                    <a:pt x="1596" y="1584"/>
                  </a:cubicBezTo>
                  <a:cubicBezTo>
                    <a:pt x="572" y="2620"/>
                    <a:pt x="1" y="3989"/>
                    <a:pt x="1" y="5430"/>
                  </a:cubicBezTo>
                  <a:cubicBezTo>
                    <a:pt x="1" y="6871"/>
                    <a:pt x="572" y="8240"/>
                    <a:pt x="1596" y="9264"/>
                  </a:cubicBezTo>
                  <a:cubicBezTo>
                    <a:pt x="2620" y="10300"/>
                    <a:pt x="3989" y="10859"/>
                    <a:pt x="5430" y="10859"/>
                  </a:cubicBezTo>
                  <a:cubicBezTo>
                    <a:pt x="6882" y="10859"/>
                    <a:pt x="8252" y="10300"/>
                    <a:pt x="9276" y="9264"/>
                  </a:cubicBezTo>
                  <a:cubicBezTo>
                    <a:pt x="10299" y="8240"/>
                    <a:pt x="10871" y="6871"/>
                    <a:pt x="10871" y="5430"/>
                  </a:cubicBezTo>
                  <a:cubicBezTo>
                    <a:pt x="10871" y="3989"/>
                    <a:pt x="10299" y="2620"/>
                    <a:pt x="9276" y="1584"/>
                  </a:cubicBezTo>
                  <a:cubicBezTo>
                    <a:pt x="8252" y="560"/>
                    <a:pt x="6882" y="1"/>
                    <a:pt x="5430"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83;p46"/>
            <p:cNvSpPr/>
            <p:nvPr/>
          </p:nvSpPr>
          <p:spPr>
            <a:xfrm>
              <a:off x="4271569" y="3904531"/>
              <a:ext cx="227394" cy="185728"/>
            </a:xfrm>
            <a:custGeom>
              <a:avLst/>
              <a:gdLst/>
              <a:ahLst/>
              <a:cxnLst/>
              <a:rect l="l" t="t" r="r" b="b"/>
              <a:pathLst>
                <a:path w="7144" h="5835" extrusionOk="0">
                  <a:moveTo>
                    <a:pt x="4620" y="0"/>
                  </a:moveTo>
                  <a:cubicBezTo>
                    <a:pt x="3727" y="0"/>
                    <a:pt x="2977" y="691"/>
                    <a:pt x="2905" y="1572"/>
                  </a:cubicBezTo>
                  <a:cubicBezTo>
                    <a:pt x="2727" y="1548"/>
                    <a:pt x="2358" y="1441"/>
                    <a:pt x="2262" y="1405"/>
                  </a:cubicBezTo>
                  <a:cubicBezTo>
                    <a:pt x="1643" y="1203"/>
                    <a:pt x="1072" y="810"/>
                    <a:pt x="631" y="322"/>
                  </a:cubicBezTo>
                  <a:cubicBezTo>
                    <a:pt x="596" y="298"/>
                    <a:pt x="572" y="274"/>
                    <a:pt x="524" y="262"/>
                  </a:cubicBezTo>
                  <a:cubicBezTo>
                    <a:pt x="517" y="261"/>
                    <a:pt x="509" y="260"/>
                    <a:pt x="501" y="260"/>
                  </a:cubicBezTo>
                  <a:cubicBezTo>
                    <a:pt x="436" y="260"/>
                    <a:pt x="367" y="304"/>
                    <a:pt x="346" y="357"/>
                  </a:cubicBezTo>
                  <a:cubicBezTo>
                    <a:pt x="238" y="572"/>
                    <a:pt x="179" y="810"/>
                    <a:pt x="179" y="1048"/>
                  </a:cubicBezTo>
                  <a:cubicBezTo>
                    <a:pt x="179" y="1393"/>
                    <a:pt x="286" y="1727"/>
                    <a:pt x="476" y="1977"/>
                  </a:cubicBezTo>
                  <a:cubicBezTo>
                    <a:pt x="466" y="1975"/>
                    <a:pt x="456" y="1974"/>
                    <a:pt x="446" y="1974"/>
                  </a:cubicBezTo>
                  <a:cubicBezTo>
                    <a:pt x="397" y="1974"/>
                    <a:pt x="349" y="1997"/>
                    <a:pt x="310" y="2036"/>
                  </a:cubicBezTo>
                  <a:cubicBezTo>
                    <a:pt x="286" y="2060"/>
                    <a:pt x="286" y="2108"/>
                    <a:pt x="274" y="2143"/>
                  </a:cubicBezTo>
                  <a:lnTo>
                    <a:pt x="274" y="2203"/>
                  </a:lnTo>
                  <a:cubicBezTo>
                    <a:pt x="274" y="2655"/>
                    <a:pt x="476" y="3072"/>
                    <a:pt x="822" y="3358"/>
                  </a:cubicBezTo>
                  <a:cubicBezTo>
                    <a:pt x="786" y="3370"/>
                    <a:pt x="774" y="3405"/>
                    <a:pt x="762" y="3417"/>
                  </a:cubicBezTo>
                  <a:cubicBezTo>
                    <a:pt x="750" y="3465"/>
                    <a:pt x="727" y="3513"/>
                    <a:pt x="750" y="3548"/>
                  </a:cubicBezTo>
                  <a:cubicBezTo>
                    <a:pt x="893" y="4024"/>
                    <a:pt x="1262" y="4405"/>
                    <a:pt x="1727" y="4548"/>
                  </a:cubicBezTo>
                  <a:cubicBezTo>
                    <a:pt x="1310" y="4798"/>
                    <a:pt x="834" y="4941"/>
                    <a:pt x="334" y="4941"/>
                  </a:cubicBezTo>
                  <a:lnTo>
                    <a:pt x="191" y="4941"/>
                  </a:lnTo>
                  <a:cubicBezTo>
                    <a:pt x="107" y="4941"/>
                    <a:pt x="36" y="5001"/>
                    <a:pt x="12" y="5084"/>
                  </a:cubicBezTo>
                  <a:cubicBezTo>
                    <a:pt x="0" y="5156"/>
                    <a:pt x="48" y="5239"/>
                    <a:pt x="107" y="5263"/>
                  </a:cubicBezTo>
                  <a:cubicBezTo>
                    <a:pt x="727" y="5632"/>
                    <a:pt x="1465" y="5834"/>
                    <a:pt x="2191" y="5834"/>
                  </a:cubicBezTo>
                  <a:cubicBezTo>
                    <a:pt x="3072" y="5834"/>
                    <a:pt x="3905" y="5560"/>
                    <a:pt x="4596" y="5060"/>
                  </a:cubicBezTo>
                  <a:cubicBezTo>
                    <a:pt x="4691" y="5001"/>
                    <a:pt x="4691" y="4858"/>
                    <a:pt x="4620" y="4786"/>
                  </a:cubicBezTo>
                  <a:cubicBezTo>
                    <a:pt x="4587" y="4754"/>
                    <a:pt x="4544" y="4735"/>
                    <a:pt x="4499" y="4735"/>
                  </a:cubicBezTo>
                  <a:cubicBezTo>
                    <a:pt x="4463" y="4735"/>
                    <a:pt x="4426" y="4748"/>
                    <a:pt x="4394" y="4775"/>
                  </a:cubicBezTo>
                  <a:cubicBezTo>
                    <a:pt x="3763" y="5215"/>
                    <a:pt x="3013" y="5489"/>
                    <a:pt x="2191" y="5489"/>
                  </a:cubicBezTo>
                  <a:cubicBezTo>
                    <a:pt x="1727" y="5489"/>
                    <a:pt x="1262" y="5394"/>
                    <a:pt x="846" y="5239"/>
                  </a:cubicBezTo>
                  <a:cubicBezTo>
                    <a:pt x="1369" y="5144"/>
                    <a:pt x="1846" y="4917"/>
                    <a:pt x="2262" y="4584"/>
                  </a:cubicBezTo>
                  <a:cubicBezTo>
                    <a:pt x="2310" y="4536"/>
                    <a:pt x="2334" y="4477"/>
                    <a:pt x="2322" y="4417"/>
                  </a:cubicBezTo>
                  <a:cubicBezTo>
                    <a:pt x="2310" y="4346"/>
                    <a:pt x="2239" y="4286"/>
                    <a:pt x="2155" y="4286"/>
                  </a:cubicBezTo>
                  <a:cubicBezTo>
                    <a:pt x="1739" y="4263"/>
                    <a:pt x="1369" y="4048"/>
                    <a:pt x="1167" y="3691"/>
                  </a:cubicBezTo>
                  <a:cubicBezTo>
                    <a:pt x="1250" y="3691"/>
                    <a:pt x="1358" y="3667"/>
                    <a:pt x="1441" y="3643"/>
                  </a:cubicBezTo>
                  <a:cubicBezTo>
                    <a:pt x="1524" y="3632"/>
                    <a:pt x="1584" y="3572"/>
                    <a:pt x="1584" y="3489"/>
                  </a:cubicBezTo>
                  <a:cubicBezTo>
                    <a:pt x="1596" y="3405"/>
                    <a:pt x="1536" y="3334"/>
                    <a:pt x="1441" y="3298"/>
                  </a:cubicBezTo>
                  <a:cubicBezTo>
                    <a:pt x="1000" y="3191"/>
                    <a:pt x="667" y="2822"/>
                    <a:pt x="596" y="2381"/>
                  </a:cubicBezTo>
                  <a:lnTo>
                    <a:pt x="596" y="2381"/>
                  </a:lnTo>
                  <a:cubicBezTo>
                    <a:pt x="727" y="2405"/>
                    <a:pt x="869" y="2417"/>
                    <a:pt x="1000" y="2417"/>
                  </a:cubicBezTo>
                  <a:cubicBezTo>
                    <a:pt x="1084" y="2417"/>
                    <a:pt x="1143" y="2358"/>
                    <a:pt x="1167" y="2274"/>
                  </a:cubicBezTo>
                  <a:cubicBezTo>
                    <a:pt x="1179" y="2203"/>
                    <a:pt x="1131" y="2143"/>
                    <a:pt x="1072" y="2108"/>
                  </a:cubicBezTo>
                  <a:cubicBezTo>
                    <a:pt x="703" y="1881"/>
                    <a:pt x="476" y="1488"/>
                    <a:pt x="476" y="1048"/>
                  </a:cubicBezTo>
                  <a:cubicBezTo>
                    <a:pt x="476" y="953"/>
                    <a:pt x="488" y="846"/>
                    <a:pt x="524" y="738"/>
                  </a:cubicBezTo>
                  <a:cubicBezTo>
                    <a:pt x="965" y="1191"/>
                    <a:pt x="1524" y="1524"/>
                    <a:pt x="2120" y="1727"/>
                  </a:cubicBezTo>
                  <a:cubicBezTo>
                    <a:pt x="2120" y="1727"/>
                    <a:pt x="2715" y="1905"/>
                    <a:pt x="2929" y="1917"/>
                  </a:cubicBezTo>
                  <a:lnTo>
                    <a:pt x="3024" y="1917"/>
                  </a:lnTo>
                  <a:cubicBezTo>
                    <a:pt x="3096" y="1917"/>
                    <a:pt x="3167" y="1869"/>
                    <a:pt x="3191" y="1798"/>
                  </a:cubicBezTo>
                  <a:cubicBezTo>
                    <a:pt x="3203" y="1786"/>
                    <a:pt x="3203" y="1750"/>
                    <a:pt x="3203" y="1738"/>
                  </a:cubicBezTo>
                  <a:lnTo>
                    <a:pt x="3203" y="1703"/>
                  </a:lnTo>
                  <a:cubicBezTo>
                    <a:pt x="3203" y="953"/>
                    <a:pt x="3810" y="334"/>
                    <a:pt x="4572" y="334"/>
                  </a:cubicBezTo>
                  <a:cubicBezTo>
                    <a:pt x="4941" y="334"/>
                    <a:pt x="5287" y="488"/>
                    <a:pt x="5549" y="750"/>
                  </a:cubicBezTo>
                  <a:cubicBezTo>
                    <a:pt x="5585" y="787"/>
                    <a:pt x="5621" y="802"/>
                    <a:pt x="5663" y="802"/>
                  </a:cubicBezTo>
                  <a:cubicBezTo>
                    <a:pt x="5676" y="802"/>
                    <a:pt x="5689" y="801"/>
                    <a:pt x="5703" y="798"/>
                  </a:cubicBezTo>
                  <a:cubicBezTo>
                    <a:pt x="5882" y="762"/>
                    <a:pt x="6049" y="738"/>
                    <a:pt x="6203" y="679"/>
                  </a:cubicBezTo>
                  <a:lnTo>
                    <a:pt x="6203" y="679"/>
                  </a:lnTo>
                  <a:cubicBezTo>
                    <a:pt x="6120" y="762"/>
                    <a:pt x="6013" y="857"/>
                    <a:pt x="5894" y="917"/>
                  </a:cubicBezTo>
                  <a:cubicBezTo>
                    <a:pt x="5822" y="965"/>
                    <a:pt x="5787" y="1048"/>
                    <a:pt x="5822" y="1143"/>
                  </a:cubicBezTo>
                  <a:cubicBezTo>
                    <a:pt x="5846" y="1203"/>
                    <a:pt x="5930" y="1250"/>
                    <a:pt x="6001" y="1250"/>
                  </a:cubicBezTo>
                  <a:cubicBezTo>
                    <a:pt x="6144" y="1227"/>
                    <a:pt x="6287" y="1215"/>
                    <a:pt x="6418" y="1167"/>
                  </a:cubicBezTo>
                  <a:lnTo>
                    <a:pt x="6418" y="1167"/>
                  </a:lnTo>
                  <a:cubicBezTo>
                    <a:pt x="6299" y="1286"/>
                    <a:pt x="6168" y="1405"/>
                    <a:pt x="6013" y="1512"/>
                  </a:cubicBezTo>
                  <a:cubicBezTo>
                    <a:pt x="5965" y="1548"/>
                    <a:pt x="5941" y="1608"/>
                    <a:pt x="5941" y="1655"/>
                  </a:cubicBezTo>
                  <a:lnTo>
                    <a:pt x="5941" y="1679"/>
                  </a:lnTo>
                  <a:lnTo>
                    <a:pt x="5941" y="1703"/>
                  </a:lnTo>
                  <a:lnTo>
                    <a:pt x="5941" y="1727"/>
                  </a:lnTo>
                  <a:cubicBezTo>
                    <a:pt x="5941" y="2691"/>
                    <a:pt x="5572" y="3572"/>
                    <a:pt x="4977" y="4227"/>
                  </a:cubicBezTo>
                  <a:cubicBezTo>
                    <a:pt x="4918" y="4298"/>
                    <a:pt x="4918" y="4405"/>
                    <a:pt x="4977" y="4465"/>
                  </a:cubicBezTo>
                  <a:cubicBezTo>
                    <a:pt x="5011" y="4499"/>
                    <a:pt x="5053" y="4514"/>
                    <a:pt x="5096" y="4514"/>
                  </a:cubicBezTo>
                  <a:cubicBezTo>
                    <a:pt x="5143" y="4514"/>
                    <a:pt x="5190" y="4496"/>
                    <a:pt x="5227" y="4465"/>
                  </a:cubicBezTo>
                  <a:cubicBezTo>
                    <a:pt x="5894" y="3715"/>
                    <a:pt x="6263" y="2762"/>
                    <a:pt x="6287" y="1750"/>
                  </a:cubicBezTo>
                  <a:cubicBezTo>
                    <a:pt x="6596" y="1524"/>
                    <a:pt x="6846" y="1250"/>
                    <a:pt x="7061" y="917"/>
                  </a:cubicBezTo>
                  <a:cubicBezTo>
                    <a:pt x="7144" y="857"/>
                    <a:pt x="7132" y="750"/>
                    <a:pt x="7061" y="715"/>
                  </a:cubicBezTo>
                  <a:cubicBezTo>
                    <a:pt x="7029" y="683"/>
                    <a:pt x="6987" y="667"/>
                    <a:pt x="6937" y="667"/>
                  </a:cubicBezTo>
                  <a:cubicBezTo>
                    <a:pt x="6912" y="667"/>
                    <a:pt x="6886" y="671"/>
                    <a:pt x="6858" y="679"/>
                  </a:cubicBezTo>
                  <a:cubicBezTo>
                    <a:pt x="6775" y="726"/>
                    <a:pt x="6680" y="750"/>
                    <a:pt x="6596" y="786"/>
                  </a:cubicBezTo>
                  <a:cubicBezTo>
                    <a:pt x="6680" y="667"/>
                    <a:pt x="6763" y="512"/>
                    <a:pt x="6823" y="369"/>
                  </a:cubicBezTo>
                  <a:cubicBezTo>
                    <a:pt x="6834" y="310"/>
                    <a:pt x="6834" y="238"/>
                    <a:pt x="6787" y="191"/>
                  </a:cubicBezTo>
                  <a:cubicBezTo>
                    <a:pt x="6750" y="153"/>
                    <a:pt x="6703" y="135"/>
                    <a:pt x="6659" y="135"/>
                  </a:cubicBezTo>
                  <a:cubicBezTo>
                    <a:pt x="6632" y="135"/>
                    <a:pt x="6607" y="142"/>
                    <a:pt x="6584" y="155"/>
                  </a:cubicBezTo>
                  <a:cubicBezTo>
                    <a:pt x="6322" y="310"/>
                    <a:pt x="6061" y="393"/>
                    <a:pt x="5775" y="441"/>
                  </a:cubicBezTo>
                  <a:cubicBezTo>
                    <a:pt x="5465" y="143"/>
                    <a:pt x="5048" y="0"/>
                    <a:pt x="4620"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 name="Google Shape;1784;p46"/>
          <p:cNvGrpSpPr/>
          <p:nvPr/>
        </p:nvGrpSpPr>
        <p:grpSpPr>
          <a:xfrm>
            <a:off x="4960939" y="3451633"/>
            <a:ext cx="268460" cy="268485"/>
            <a:chOff x="5549861" y="3817349"/>
            <a:chExt cx="345642" cy="345674"/>
          </a:xfrm>
        </p:grpSpPr>
        <p:sp>
          <p:nvSpPr>
            <p:cNvPr id="22" name="Google Shape;1785;p46"/>
            <p:cNvSpPr/>
            <p:nvPr/>
          </p:nvSpPr>
          <p:spPr>
            <a:xfrm>
              <a:off x="5549861" y="3817349"/>
              <a:ext cx="345642" cy="345674"/>
            </a:xfrm>
            <a:custGeom>
              <a:avLst/>
              <a:gdLst/>
              <a:ahLst/>
              <a:cxnLst/>
              <a:rect l="l" t="t" r="r" b="b"/>
              <a:pathLst>
                <a:path w="10859" h="10860" extrusionOk="0">
                  <a:moveTo>
                    <a:pt x="5429" y="334"/>
                  </a:moveTo>
                  <a:cubicBezTo>
                    <a:pt x="8239" y="334"/>
                    <a:pt x="10513" y="2608"/>
                    <a:pt x="10513" y="5430"/>
                  </a:cubicBezTo>
                  <a:cubicBezTo>
                    <a:pt x="10513" y="8240"/>
                    <a:pt x="8227" y="10514"/>
                    <a:pt x="5429" y="10514"/>
                  </a:cubicBezTo>
                  <a:cubicBezTo>
                    <a:pt x="2619" y="10514"/>
                    <a:pt x="333" y="8240"/>
                    <a:pt x="333" y="5430"/>
                  </a:cubicBezTo>
                  <a:cubicBezTo>
                    <a:pt x="333" y="2608"/>
                    <a:pt x="2619" y="334"/>
                    <a:pt x="5429" y="334"/>
                  </a:cubicBezTo>
                  <a:close/>
                  <a:moveTo>
                    <a:pt x="5429" y="1"/>
                  </a:moveTo>
                  <a:cubicBezTo>
                    <a:pt x="3989" y="1"/>
                    <a:pt x="2619" y="560"/>
                    <a:pt x="1584" y="1584"/>
                  </a:cubicBezTo>
                  <a:cubicBezTo>
                    <a:pt x="560" y="2620"/>
                    <a:pt x="0" y="3989"/>
                    <a:pt x="0" y="5430"/>
                  </a:cubicBezTo>
                  <a:cubicBezTo>
                    <a:pt x="0" y="6871"/>
                    <a:pt x="560" y="8240"/>
                    <a:pt x="1584" y="9264"/>
                  </a:cubicBezTo>
                  <a:cubicBezTo>
                    <a:pt x="2619" y="10300"/>
                    <a:pt x="3989" y="10859"/>
                    <a:pt x="5429" y="10859"/>
                  </a:cubicBezTo>
                  <a:cubicBezTo>
                    <a:pt x="6870" y="10859"/>
                    <a:pt x="8239" y="10300"/>
                    <a:pt x="9263" y="9264"/>
                  </a:cubicBezTo>
                  <a:cubicBezTo>
                    <a:pt x="10299" y="8240"/>
                    <a:pt x="10859" y="6871"/>
                    <a:pt x="10859" y="5430"/>
                  </a:cubicBezTo>
                  <a:cubicBezTo>
                    <a:pt x="10859" y="3989"/>
                    <a:pt x="10299" y="2620"/>
                    <a:pt x="9263" y="1584"/>
                  </a:cubicBezTo>
                  <a:cubicBezTo>
                    <a:pt x="8239" y="560"/>
                    <a:pt x="6870" y="1"/>
                    <a:pt x="5429"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86;p46"/>
            <p:cNvSpPr/>
            <p:nvPr/>
          </p:nvSpPr>
          <p:spPr>
            <a:xfrm>
              <a:off x="5590763" y="3890208"/>
              <a:ext cx="262661" cy="200052"/>
            </a:xfrm>
            <a:custGeom>
              <a:avLst/>
              <a:gdLst/>
              <a:ahLst/>
              <a:cxnLst/>
              <a:rect l="l" t="t" r="r" b="b"/>
              <a:pathLst>
                <a:path w="8252" h="6285" extrusionOk="0">
                  <a:moveTo>
                    <a:pt x="4123" y="1"/>
                  </a:moveTo>
                  <a:cubicBezTo>
                    <a:pt x="3010" y="1"/>
                    <a:pt x="1900" y="63"/>
                    <a:pt x="799" y="188"/>
                  </a:cubicBezTo>
                  <a:cubicBezTo>
                    <a:pt x="513" y="224"/>
                    <a:pt x="287" y="450"/>
                    <a:pt x="239" y="712"/>
                  </a:cubicBezTo>
                  <a:cubicBezTo>
                    <a:pt x="1" y="2319"/>
                    <a:pt x="1" y="3963"/>
                    <a:pt x="239" y="5570"/>
                  </a:cubicBezTo>
                  <a:cubicBezTo>
                    <a:pt x="287" y="5844"/>
                    <a:pt x="513" y="6058"/>
                    <a:pt x="799" y="6082"/>
                  </a:cubicBezTo>
                  <a:cubicBezTo>
                    <a:pt x="1894" y="6201"/>
                    <a:pt x="3013" y="6284"/>
                    <a:pt x="4132" y="6284"/>
                  </a:cubicBezTo>
                  <a:cubicBezTo>
                    <a:pt x="4609" y="6284"/>
                    <a:pt x="5085" y="6260"/>
                    <a:pt x="5561" y="6249"/>
                  </a:cubicBezTo>
                  <a:cubicBezTo>
                    <a:pt x="5644" y="6249"/>
                    <a:pt x="5716" y="6177"/>
                    <a:pt x="5716" y="6070"/>
                  </a:cubicBezTo>
                  <a:cubicBezTo>
                    <a:pt x="5716" y="5963"/>
                    <a:pt x="5633" y="5891"/>
                    <a:pt x="5537" y="5891"/>
                  </a:cubicBezTo>
                  <a:cubicBezTo>
                    <a:pt x="5051" y="5914"/>
                    <a:pt x="4564" y="5925"/>
                    <a:pt x="4076" y="5925"/>
                  </a:cubicBezTo>
                  <a:cubicBezTo>
                    <a:pt x="2998" y="5925"/>
                    <a:pt x="1916" y="5868"/>
                    <a:pt x="834" y="5737"/>
                  </a:cubicBezTo>
                  <a:cubicBezTo>
                    <a:pt x="715" y="5725"/>
                    <a:pt x="620" y="5641"/>
                    <a:pt x="596" y="5498"/>
                  </a:cubicBezTo>
                  <a:cubicBezTo>
                    <a:pt x="382" y="3927"/>
                    <a:pt x="382" y="2319"/>
                    <a:pt x="596" y="736"/>
                  </a:cubicBezTo>
                  <a:cubicBezTo>
                    <a:pt x="620" y="617"/>
                    <a:pt x="715" y="522"/>
                    <a:pt x="834" y="498"/>
                  </a:cubicBezTo>
                  <a:cubicBezTo>
                    <a:pt x="1942" y="379"/>
                    <a:pt x="3037" y="319"/>
                    <a:pt x="4144" y="319"/>
                  </a:cubicBezTo>
                  <a:cubicBezTo>
                    <a:pt x="5240" y="319"/>
                    <a:pt x="6347" y="379"/>
                    <a:pt x="7442" y="498"/>
                  </a:cubicBezTo>
                  <a:cubicBezTo>
                    <a:pt x="7561" y="522"/>
                    <a:pt x="7669" y="605"/>
                    <a:pt x="7680" y="736"/>
                  </a:cubicBezTo>
                  <a:cubicBezTo>
                    <a:pt x="7907" y="2319"/>
                    <a:pt x="7907" y="3927"/>
                    <a:pt x="7680" y="5498"/>
                  </a:cubicBezTo>
                  <a:cubicBezTo>
                    <a:pt x="7669" y="5617"/>
                    <a:pt x="7561" y="5725"/>
                    <a:pt x="7442" y="5737"/>
                  </a:cubicBezTo>
                  <a:cubicBezTo>
                    <a:pt x="7085" y="5784"/>
                    <a:pt x="6752" y="5820"/>
                    <a:pt x="6395" y="5844"/>
                  </a:cubicBezTo>
                  <a:cubicBezTo>
                    <a:pt x="6299" y="5844"/>
                    <a:pt x="6228" y="5927"/>
                    <a:pt x="6228" y="6010"/>
                  </a:cubicBezTo>
                  <a:cubicBezTo>
                    <a:pt x="6228" y="6110"/>
                    <a:pt x="6299" y="6178"/>
                    <a:pt x="6386" y="6178"/>
                  </a:cubicBezTo>
                  <a:cubicBezTo>
                    <a:pt x="6393" y="6178"/>
                    <a:pt x="6399" y="6178"/>
                    <a:pt x="6406" y="6177"/>
                  </a:cubicBezTo>
                  <a:cubicBezTo>
                    <a:pt x="6764" y="6141"/>
                    <a:pt x="7121" y="6118"/>
                    <a:pt x="7478" y="6070"/>
                  </a:cubicBezTo>
                  <a:cubicBezTo>
                    <a:pt x="7764" y="6034"/>
                    <a:pt x="7978" y="5820"/>
                    <a:pt x="8026" y="5546"/>
                  </a:cubicBezTo>
                  <a:cubicBezTo>
                    <a:pt x="8252" y="3963"/>
                    <a:pt x="8252" y="2319"/>
                    <a:pt x="8014" y="712"/>
                  </a:cubicBezTo>
                  <a:cubicBezTo>
                    <a:pt x="7966" y="426"/>
                    <a:pt x="7740" y="224"/>
                    <a:pt x="7466" y="188"/>
                  </a:cubicBezTo>
                  <a:cubicBezTo>
                    <a:pt x="6353" y="63"/>
                    <a:pt x="5237" y="1"/>
                    <a:pt x="412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87;p46"/>
            <p:cNvSpPr/>
            <p:nvPr/>
          </p:nvSpPr>
          <p:spPr>
            <a:xfrm>
              <a:off x="5680587" y="3935024"/>
              <a:ext cx="105389" cy="110514"/>
            </a:xfrm>
            <a:custGeom>
              <a:avLst/>
              <a:gdLst/>
              <a:ahLst/>
              <a:cxnLst/>
              <a:rect l="l" t="t" r="r" b="b"/>
              <a:pathLst>
                <a:path w="3311" h="3472" extrusionOk="0">
                  <a:moveTo>
                    <a:pt x="334" y="447"/>
                  </a:moveTo>
                  <a:lnTo>
                    <a:pt x="2763" y="1733"/>
                  </a:lnTo>
                  <a:lnTo>
                    <a:pt x="334" y="3007"/>
                  </a:lnTo>
                  <a:lnTo>
                    <a:pt x="334" y="447"/>
                  </a:lnTo>
                  <a:close/>
                  <a:moveTo>
                    <a:pt x="163" y="1"/>
                  </a:moveTo>
                  <a:cubicBezTo>
                    <a:pt x="135" y="1"/>
                    <a:pt x="108" y="7"/>
                    <a:pt x="84" y="18"/>
                  </a:cubicBezTo>
                  <a:cubicBezTo>
                    <a:pt x="36" y="54"/>
                    <a:pt x="1" y="114"/>
                    <a:pt x="1" y="173"/>
                  </a:cubicBezTo>
                  <a:lnTo>
                    <a:pt x="1" y="3293"/>
                  </a:lnTo>
                  <a:cubicBezTo>
                    <a:pt x="1" y="3352"/>
                    <a:pt x="24" y="3412"/>
                    <a:pt x="84" y="3447"/>
                  </a:cubicBezTo>
                  <a:cubicBezTo>
                    <a:pt x="120" y="3459"/>
                    <a:pt x="144" y="3471"/>
                    <a:pt x="179" y="3471"/>
                  </a:cubicBezTo>
                  <a:cubicBezTo>
                    <a:pt x="203" y="3471"/>
                    <a:pt x="239" y="3471"/>
                    <a:pt x="251" y="3459"/>
                  </a:cubicBezTo>
                  <a:lnTo>
                    <a:pt x="3227" y="1900"/>
                  </a:lnTo>
                  <a:cubicBezTo>
                    <a:pt x="3287" y="1864"/>
                    <a:pt x="3311" y="1804"/>
                    <a:pt x="3311" y="1745"/>
                  </a:cubicBezTo>
                  <a:cubicBezTo>
                    <a:pt x="3311" y="1673"/>
                    <a:pt x="3287" y="1614"/>
                    <a:pt x="3227" y="1578"/>
                  </a:cubicBezTo>
                  <a:lnTo>
                    <a:pt x="251" y="18"/>
                  </a:lnTo>
                  <a:cubicBezTo>
                    <a:pt x="221" y="7"/>
                    <a:pt x="191" y="1"/>
                    <a:pt x="1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136;p27"/>
          <p:cNvSpPr txBox="1">
            <a:spLocks/>
          </p:cNvSpPr>
          <p:nvPr/>
        </p:nvSpPr>
        <p:spPr>
          <a:xfrm>
            <a:off x="0" y="4922784"/>
            <a:ext cx="3352799" cy="220716"/>
          </a:xfrm>
          <a:prstGeom prst="rect">
            <a:avLst/>
          </a:prstGeom>
          <a:solidFill>
            <a:srgbClr val="FFFFFF">
              <a:alpha val="45090"/>
            </a:srgbClr>
          </a:solidFill>
          <a:ln>
            <a:noFill/>
          </a:ln>
        </p:spPr>
        <p:txBody>
          <a:bodyPr spcFirstLastPara="1" wrap="square" lIns="91425" tIns="91425" rIns="91425" bIns="91425" anchor="ctr" anchorCtr="0">
            <a:noAutofit/>
          </a:bodyPr>
          <a:lstStyle/>
          <a:p>
            <a:pPr marL="457200" marR="0" lvl="0" indent="-298450" algn="l" defTabSz="914400" rtl="0" eaLnBrk="1" fontAlgn="auto" latinLnBrk="0" hangingPunct="1">
              <a:lnSpc>
                <a:spcPct val="100000"/>
              </a:lnSpc>
              <a:spcBef>
                <a:spcPts val="0"/>
              </a:spcBef>
              <a:spcAft>
                <a:spcPts val="0"/>
              </a:spcAft>
              <a:buClr>
                <a:srgbClr val="434343"/>
              </a:buClr>
              <a:buSzPts val="1100"/>
              <a:tabLst/>
              <a:defRPr/>
            </a:pP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Facilitador: </a:t>
            </a:r>
            <a:r>
              <a:rPr kumimoji="0" lang="es-ES" sz="1300" b="0" i="0" u="none" strike="noStrike" kern="0" cap="none" spc="0" normalizeH="0" baseline="0" noProof="0" dirty="0" err="1">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PhD</a:t>
            </a:r>
            <a:r>
              <a:rPr kumimoji="0" lang="es-ES" sz="1300" b="0" i="0" u="none" strike="noStrike" kern="0" cap="none" spc="0" normalizeH="0" baseline="0" noProof="0" dirty="0">
                <a:ln>
                  <a:noFill/>
                </a:ln>
                <a:solidFill>
                  <a:schemeClr val="bg1">
                    <a:lumMod val="60000"/>
                    <a:lumOff val="40000"/>
                  </a:schemeClr>
                </a:solidFill>
                <a:effectLst/>
                <a:uLnTx/>
                <a:uFillTx/>
                <a:latin typeface="Fira Sans Condensed Light" charset="0"/>
                <a:ea typeface="Fira Sans Condensed Light"/>
                <a:cs typeface="Fira Sans Condensed Light"/>
                <a:sym typeface="Fira Sans Condensed Light"/>
              </a:rPr>
              <a:t> Alfredo García Suárez</a:t>
            </a:r>
            <a:br>
              <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rPr>
            </a:br>
            <a:endParaRPr kumimoji="0" lang="es-ES" sz="1300" b="0" i="0" u="none" strike="noStrike" kern="0" cap="none" spc="0" normalizeH="0" baseline="0" noProof="0" dirty="0">
              <a:ln>
                <a:noFill/>
              </a:ln>
              <a:solidFill>
                <a:srgbClr val="F3F3F3"/>
              </a:solidFill>
              <a:effectLst/>
              <a:uLnTx/>
              <a:uFillTx/>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name="Ai Tech Agency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11461</TotalTime>
  <Words>1061</Words>
  <Application>Microsoft Office PowerPoint</Application>
  <PresentationFormat>Presentación en pantalla (16:9)</PresentationFormat>
  <Paragraphs>173</Paragraphs>
  <Slides>19</Slides>
  <Notes>19</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19</vt:i4>
      </vt:variant>
    </vt:vector>
  </HeadingPairs>
  <TitlesOfParts>
    <vt:vector size="27" baseType="lpstr">
      <vt:lpstr>Fira Sans Condensed Light</vt:lpstr>
      <vt:lpstr>Rajdhani</vt:lpstr>
      <vt:lpstr>Arial</vt:lpstr>
      <vt:lpstr>Anton</vt:lpstr>
      <vt:lpstr>CambriaMath</vt:lpstr>
      <vt:lpstr>Cambria Math</vt:lpstr>
      <vt:lpstr>Advent Pro Light</vt:lpstr>
      <vt:lpstr>Ai Tech Agency by Slidesgo</vt:lpstr>
      <vt:lpstr>Presentación de PowerPoint</vt:lpstr>
      <vt:lpstr>Bienvenida</vt:lpstr>
      <vt:lpstr>Presentación de PowerPoint</vt:lpstr>
      <vt:lpstr>Clase Anterior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Clase Actual</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DEFENSA DOCTORAL</dc:title>
  <dc:creator>Alfredo Garcia</dc:creator>
  <cp:lastModifiedBy>Alfredo Garcia Suarez</cp:lastModifiedBy>
  <cp:revision>298</cp:revision>
  <dcterms:modified xsi:type="dcterms:W3CDTF">2026-04-07T03:13:02Z</dcterms:modified>
</cp:coreProperties>
</file>